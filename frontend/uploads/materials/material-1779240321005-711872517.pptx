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80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3075526"/>
            <a:ext cx="16256000" cy="2586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00" b="1" i="0">
                <a:solidFill>
                  <a:srgbClr val="3B34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16000" y="6123525"/>
            <a:ext cx="16256000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F5F1E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1" i="0">
                <a:solidFill>
                  <a:srgbClr val="3B34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F5F1E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1" i="0">
                <a:solidFill>
                  <a:srgbClr val="3B34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16000" y="3648111"/>
            <a:ext cx="8140700" cy="58229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1">
                <a:solidFill>
                  <a:srgbClr val="F5F1E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094399" y="2581311"/>
            <a:ext cx="7524115" cy="642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1" i="0">
                <a:solidFill>
                  <a:srgbClr val="3B34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55965"/>
            <a:ext cx="16256000" cy="1212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00" b="1" i="0">
                <a:solidFill>
                  <a:srgbClr val="3B34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459206"/>
            <a:ext cx="16256000" cy="704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F5F1E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5151" y="2709672"/>
              <a:ext cx="10579607" cy="4133087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8047" y="2795015"/>
            <a:ext cx="7872983" cy="55016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49" y="2889884"/>
              <a:ext cx="190500" cy="1904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49" y="7128509"/>
              <a:ext cx="190500" cy="1904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052290" y="2437129"/>
            <a:ext cx="15081885" cy="595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100"/>
              </a:spcBef>
            </a:pPr>
            <a:r>
              <a:rPr sz="4800" spc="8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10" dirty="0">
                <a:solidFill>
                  <a:srgbClr val="3B342E"/>
                </a:solidFill>
                <a:latin typeface="Trebuchet MS"/>
                <a:cs typeface="Trebuchet MS"/>
              </a:rPr>
              <a:t>history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30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295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85" dirty="0">
                <a:solidFill>
                  <a:srgbClr val="3B342E"/>
                </a:solidFill>
                <a:latin typeface="Trebuchet MS"/>
                <a:cs typeface="Trebuchet MS"/>
              </a:rPr>
              <a:t>dates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200" dirty="0">
                <a:solidFill>
                  <a:srgbClr val="3B342E"/>
                </a:solidFill>
                <a:latin typeface="Trebuchet MS"/>
                <a:cs typeface="Trebuchet MS"/>
              </a:rPr>
              <a:t>back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50" dirty="0">
                <a:solidFill>
                  <a:srgbClr val="3B342E"/>
                </a:solidFill>
                <a:latin typeface="Trebuchet MS"/>
                <a:cs typeface="Trebuchet MS"/>
              </a:rPr>
              <a:t>over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215" dirty="0">
                <a:solidFill>
                  <a:srgbClr val="3B342E"/>
                </a:solidFill>
                <a:latin typeface="Trebuchet MS"/>
                <a:cs typeface="Trebuchet MS"/>
              </a:rPr>
              <a:t>3,000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40" dirty="0">
                <a:solidFill>
                  <a:srgbClr val="3B342E"/>
                </a:solidFill>
                <a:latin typeface="Trebuchet MS"/>
                <a:cs typeface="Trebuchet MS"/>
              </a:rPr>
              <a:t>years, </a:t>
            </a:r>
            <a:r>
              <a:rPr sz="4800" spc="80" dirty="0">
                <a:solidFill>
                  <a:srgbClr val="3B342E"/>
                </a:solidFill>
                <a:latin typeface="Trebuchet MS"/>
                <a:cs typeface="Trebuchet MS"/>
              </a:rPr>
              <a:t>proven</a:t>
            </a:r>
            <a:r>
              <a:rPr sz="4800" spc="-3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70" dirty="0">
                <a:solidFill>
                  <a:srgbClr val="3B342E"/>
                </a:solidFill>
                <a:latin typeface="Trebuchet MS"/>
                <a:cs typeface="Trebuchet MS"/>
              </a:rPr>
              <a:t>by</a:t>
            </a:r>
            <a:r>
              <a:rPr sz="4800" spc="-3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b="1" dirty="0">
                <a:solidFill>
                  <a:srgbClr val="3B342E"/>
                </a:solidFill>
                <a:latin typeface="Trebuchet MS"/>
                <a:cs typeface="Trebuchet MS"/>
              </a:rPr>
              <a:t>two</a:t>
            </a:r>
            <a:r>
              <a:rPr sz="4800" b="1" spc="-4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b="1" spc="70" dirty="0">
                <a:solidFill>
                  <a:srgbClr val="3B342E"/>
                </a:solidFill>
                <a:latin typeface="Trebuchet MS"/>
                <a:cs typeface="Trebuchet MS"/>
              </a:rPr>
              <a:t>polished</a:t>
            </a:r>
            <a:r>
              <a:rPr sz="4800" b="1" spc="-4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b="1" spc="-45" dirty="0">
                <a:solidFill>
                  <a:srgbClr val="3B342E"/>
                </a:solidFill>
                <a:latin typeface="Trebuchet MS"/>
                <a:cs typeface="Trebuchet MS"/>
              </a:rPr>
              <a:t>jade</a:t>
            </a:r>
            <a:r>
              <a:rPr sz="4800" b="1" spc="-409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b="1" spc="95" dirty="0">
                <a:solidFill>
                  <a:srgbClr val="3B342E"/>
                </a:solidFill>
                <a:latin typeface="Trebuchet MS"/>
                <a:cs typeface="Trebuchet MS"/>
              </a:rPr>
              <a:t>adzes</a:t>
            </a:r>
            <a:r>
              <a:rPr sz="4800" b="1" spc="-3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30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4800" spc="-3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4800" spc="-3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70" dirty="0">
                <a:solidFill>
                  <a:srgbClr val="3B342E"/>
                </a:solidFill>
                <a:latin typeface="Trebuchet MS"/>
                <a:cs typeface="Trebuchet MS"/>
              </a:rPr>
              <a:t>late</a:t>
            </a:r>
            <a:r>
              <a:rPr sz="4800" spc="-3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240" dirty="0">
                <a:solidFill>
                  <a:srgbClr val="3B342E"/>
                </a:solidFill>
                <a:latin typeface="Trebuchet MS"/>
                <a:cs typeface="Trebuchet MS"/>
              </a:rPr>
              <a:t>New </a:t>
            </a:r>
            <a:r>
              <a:rPr sz="4800" spc="245" dirty="0">
                <a:solidFill>
                  <a:srgbClr val="3B342E"/>
                </a:solidFill>
                <a:latin typeface="Trebuchet MS"/>
                <a:cs typeface="Trebuchet MS"/>
              </a:rPr>
              <a:t>Stone</a:t>
            </a:r>
            <a:r>
              <a:rPr sz="4800" spc="-3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400" dirty="0">
                <a:solidFill>
                  <a:srgbClr val="3B342E"/>
                </a:solidFill>
                <a:latin typeface="Trebuchet MS"/>
                <a:cs typeface="Trebuchet MS"/>
              </a:rPr>
              <a:t>Age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30" dirty="0">
                <a:solidFill>
                  <a:srgbClr val="3B342E"/>
                </a:solidFill>
                <a:latin typeface="Trebuchet MS"/>
                <a:cs typeface="Trebuchet MS"/>
              </a:rPr>
              <a:t>found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295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95" dirty="0">
                <a:solidFill>
                  <a:srgbClr val="3B342E"/>
                </a:solidFill>
                <a:latin typeface="Trebuchet MS"/>
                <a:cs typeface="Trebuchet MS"/>
              </a:rPr>
              <a:t>Rizal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90" dirty="0">
                <a:solidFill>
                  <a:srgbClr val="3B342E"/>
                </a:solidFill>
                <a:latin typeface="Trebuchet MS"/>
                <a:cs typeface="Trebuchet MS"/>
              </a:rPr>
              <a:t>near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25" dirty="0">
                <a:solidFill>
                  <a:srgbClr val="3B342E"/>
                </a:solidFill>
                <a:latin typeface="Trebuchet MS"/>
                <a:cs typeface="Trebuchet MS"/>
              </a:rPr>
              <a:t>church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35" dirty="0">
                <a:solidFill>
                  <a:srgbClr val="3B342E"/>
                </a:solidFill>
                <a:latin typeface="Trebuchet MS"/>
                <a:cs typeface="Trebuchet MS"/>
              </a:rPr>
              <a:t>tower </a:t>
            </a:r>
            <a:r>
              <a:rPr sz="48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85" dirty="0">
                <a:solidFill>
                  <a:srgbClr val="3B342E"/>
                </a:solidFill>
                <a:latin typeface="Trebuchet MS"/>
                <a:cs typeface="Trebuchet MS"/>
              </a:rPr>
              <a:t>early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85" dirty="0">
                <a:solidFill>
                  <a:srgbClr val="3B342E"/>
                </a:solidFill>
                <a:latin typeface="Trebuchet MS"/>
                <a:cs typeface="Trebuchet MS"/>
              </a:rPr>
              <a:t>1920s,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14" dirty="0">
                <a:solidFill>
                  <a:srgbClr val="3B342E"/>
                </a:solidFill>
                <a:latin typeface="Trebuchet MS"/>
                <a:cs typeface="Trebuchet MS"/>
              </a:rPr>
              <a:t>dated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05" dirty="0">
                <a:solidFill>
                  <a:srgbClr val="3B342E"/>
                </a:solidFill>
                <a:latin typeface="Trebuchet MS"/>
                <a:cs typeface="Trebuchet MS"/>
              </a:rPr>
              <a:t>around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229" dirty="0">
                <a:solidFill>
                  <a:srgbClr val="3B342E"/>
                </a:solidFill>
                <a:latin typeface="Trebuchet MS"/>
                <a:cs typeface="Trebuchet MS"/>
              </a:rPr>
              <a:t>1000–1200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-20" dirty="0">
                <a:solidFill>
                  <a:srgbClr val="3B342E"/>
                </a:solidFill>
                <a:latin typeface="Trebuchet MS"/>
                <a:cs typeface="Trebuchet MS"/>
              </a:rPr>
              <a:t>B.C.</a:t>
            </a:r>
            <a:endParaRPr sz="4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4800">
              <a:latin typeface="Trebuchet MS"/>
              <a:cs typeface="Trebuchet MS"/>
            </a:endParaRPr>
          </a:p>
          <a:p>
            <a:pPr marL="12700" marR="2345055">
              <a:lnSpc>
                <a:spcPct val="115900"/>
              </a:lnSpc>
              <a:spcBef>
                <a:spcPts val="5"/>
              </a:spcBef>
            </a:pPr>
            <a:r>
              <a:rPr sz="4800" spc="140" dirty="0">
                <a:solidFill>
                  <a:srgbClr val="3B342E"/>
                </a:solidFill>
                <a:latin typeface="Trebuchet MS"/>
                <a:cs typeface="Trebuchet MS"/>
              </a:rPr>
              <a:t>This</a:t>
            </a:r>
            <a:r>
              <a:rPr sz="4800" spc="-3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280" dirty="0">
                <a:solidFill>
                  <a:srgbClr val="3B342E"/>
                </a:solidFill>
                <a:latin typeface="Trebuchet MS"/>
                <a:cs typeface="Trebuchet MS"/>
              </a:rPr>
              <a:t>shows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85" dirty="0">
                <a:solidFill>
                  <a:srgbClr val="3B342E"/>
                </a:solidFill>
                <a:latin typeface="Trebuchet MS"/>
                <a:cs typeface="Trebuchet MS"/>
              </a:rPr>
              <a:t>that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295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285" dirty="0">
                <a:solidFill>
                  <a:srgbClr val="3B342E"/>
                </a:solidFill>
                <a:latin typeface="Trebuchet MS"/>
                <a:cs typeface="Trebuchet MS"/>
              </a:rPr>
              <a:t>was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75" dirty="0">
                <a:solidFill>
                  <a:srgbClr val="3B342E"/>
                </a:solidFill>
                <a:latin typeface="Trebuchet MS"/>
                <a:cs typeface="Trebuchet MS"/>
              </a:rPr>
              <a:t>a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80" dirty="0">
                <a:solidFill>
                  <a:srgbClr val="3B342E"/>
                </a:solidFill>
                <a:latin typeface="Trebuchet MS"/>
                <a:cs typeface="Trebuchet MS"/>
              </a:rPr>
              <a:t>center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30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14" dirty="0">
                <a:solidFill>
                  <a:srgbClr val="3B342E"/>
                </a:solidFill>
                <a:latin typeface="Trebuchet MS"/>
                <a:cs typeface="Trebuchet MS"/>
              </a:rPr>
              <a:t>human </a:t>
            </a:r>
            <a:r>
              <a:rPr sz="4800" spc="65" dirty="0">
                <a:solidFill>
                  <a:srgbClr val="3B342E"/>
                </a:solidFill>
                <a:latin typeface="Trebuchet MS"/>
                <a:cs typeface="Trebuchet MS"/>
              </a:rPr>
              <a:t>habitation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80" dirty="0">
                <a:solidFill>
                  <a:srgbClr val="3B342E"/>
                </a:solidFill>
                <a:latin typeface="Trebuchet MS"/>
                <a:cs typeface="Trebuchet MS"/>
              </a:rPr>
              <a:t>for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95" dirty="0">
                <a:solidFill>
                  <a:srgbClr val="3B342E"/>
                </a:solidFill>
                <a:latin typeface="Trebuchet MS"/>
                <a:cs typeface="Trebuchet MS"/>
              </a:rPr>
              <a:t>at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155" dirty="0">
                <a:solidFill>
                  <a:srgbClr val="3B342E"/>
                </a:solidFill>
                <a:latin typeface="Trebuchet MS"/>
                <a:cs typeface="Trebuchet MS"/>
              </a:rPr>
              <a:t>least</a:t>
            </a:r>
            <a:r>
              <a:rPr sz="4800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215" dirty="0">
                <a:solidFill>
                  <a:srgbClr val="3B342E"/>
                </a:solidFill>
                <a:latin typeface="Trebuchet MS"/>
                <a:cs typeface="Trebuchet MS"/>
              </a:rPr>
              <a:t>3,000</a:t>
            </a:r>
            <a:r>
              <a:rPr sz="4800" spc="-3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800" spc="-10" dirty="0">
                <a:solidFill>
                  <a:srgbClr val="3B342E"/>
                </a:solidFill>
                <a:latin typeface="Trebuchet MS"/>
                <a:cs typeface="Trebuchet MS"/>
              </a:rPr>
              <a:t>years.</a:t>
            </a:r>
            <a:endParaRPr sz="4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440" dirty="0"/>
              <a:t>Distant</a:t>
            </a:r>
            <a:r>
              <a:rPr sz="7000" spc="345" dirty="0"/>
              <a:t> </a:t>
            </a:r>
            <a:r>
              <a:rPr sz="7000" spc="245" dirty="0"/>
              <a:t>Past</a:t>
            </a:r>
            <a:endParaRPr sz="7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6564" y="3428364"/>
              <a:ext cx="171450" cy="1714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6564" y="7238364"/>
              <a:ext cx="171450" cy="1714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97755" y="3020054"/>
            <a:ext cx="15328265" cy="6883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300"/>
              </a:lnSpc>
              <a:spcBef>
                <a:spcPts val="95"/>
              </a:spcBef>
            </a:pPr>
            <a:r>
              <a:rPr sz="4300" spc="175" dirty="0">
                <a:solidFill>
                  <a:srgbClr val="3B342E"/>
                </a:solidFill>
                <a:latin typeface="Trebuchet MS"/>
                <a:cs typeface="Trebuchet MS"/>
              </a:rPr>
              <a:t>According</a:t>
            </a:r>
            <a:r>
              <a:rPr sz="4300" spc="665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4300" spc="5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4300" spc="67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4300" b="1" dirty="0">
                <a:solidFill>
                  <a:srgbClr val="3B342E"/>
                </a:solidFill>
                <a:latin typeface="Trebuchet MS"/>
                <a:cs typeface="Trebuchet MS"/>
              </a:rPr>
              <a:t>H.</a:t>
            </a:r>
            <a:r>
              <a:rPr sz="4300" b="1" spc="63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4300" b="1" spc="100" dirty="0">
                <a:solidFill>
                  <a:srgbClr val="3B342E"/>
                </a:solidFill>
                <a:latin typeface="Trebuchet MS"/>
                <a:cs typeface="Trebuchet MS"/>
              </a:rPr>
              <a:t>Otley</a:t>
            </a:r>
            <a:r>
              <a:rPr sz="4300" b="1" spc="63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4300" b="1" dirty="0">
                <a:solidFill>
                  <a:srgbClr val="3B342E"/>
                </a:solidFill>
                <a:latin typeface="Trebuchet MS"/>
                <a:cs typeface="Trebuchet MS"/>
              </a:rPr>
              <a:t>Beyer</a:t>
            </a:r>
            <a:r>
              <a:rPr sz="4300" dirty="0">
                <a:solidFill>
                  <a:srgbClr val="3B342E"/>
                </a:solidFill>
                <a:latin typeface="Trebuchet MS"/>
                <a:cs typeface="Trebuchet MS"/>
              </a:rPr>
              <a:t>,</a:t>
            </a:r>
            <a:r>
              <a:rPr sz="4300" spc="67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4300" spc="135" dirty="0">
                <a:solidFill>
                  <a:srgbClr val="3B342E"/>
                </a:solidFill>
                <a:latin typeface="Trebuchet MS"/>
                <a:cs typeface="Trebuchet MS"/>
              </a:rPr>
              <a:t>an</a:t>
            </a:r>
            <a:r>
              <a:rPr sz="4300" spc="67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4300" spc="130" dirty="0">
                <a:solidFill>
                  <a:srgbClr val="3B342E"/>
                </a:solidFill>
                <a:latin typeface="Trebuchet MS"/>
                <a:cs typeface="Trebuchet MS"/>
              </a:rPr>
              <a:t>American</a:t>
            </a:r>
            <a:r>
              <a:rPr sz="4300" spc="67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4300" spc="40" dirty="0">
                <a:solidFill>
                  <a:srgbClr val="3B342E"/>
                </a:solidFill>
                <a:latin typeface="Trebuchet MS"/>
                <a:cs typeface="Trebuchet MS"/>
              </a:rPr>
              <a:t>pioneer </a:t>
            </a:r>
            <a:r>
              <a:rPr sz="4300" spc="114" dirty="0">
                <a:solidFill>
                  <a:srgbClr val="3B342E"/>
                </a:solidFill>
                <a:latin typeface="Trebuchet MS"/>
                <a:cs typeface="Trebuchet MS"/>
              </a:rPr>
              <a:t>anthropologist</a:t>
            </a:r>
            <a:r>
              <a:rPr sz="4300" spc="-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4300" spc="-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6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4300" spc="-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dirty="0">
                <a:solidFill>
                  <a:srgbClr val="3B342E"/>
                </a:solidFill>
                <a:latin typeface="Trebuchet MS"/>
                <a:cs typeface="Trebuchet MS"/>
              </a:rPr>
              <a:t>Philippines,</a:t>
            </a:r>
            <a:r>
              <a:rPr sz="4300" spc="-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6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4300" spc="-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80" dirty="0">
                <a:solidFill>
                  <a:srgbClr val="3B342E"/>
                </a:solidFill>
                <a:latin typeface="Trebuchet MS"/>
                <a:cs typeface="Trebuchet MS"/>
              </a:rPr>
              <a:t>earliest</a:t>
            </a:r>
            <a:r>
              <a:rPr sz="4300" spc="-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30" dirty="0">
                <a:solidFill>
                  <a:srgbClr val="3B342E"/>
                </a:solidFill>
                <a:latin typeface="Trebuchet MS"/>
                <a:cs typeface="Trebuchet MS"/>
              </a:rPr>
              <a:t>settlers</a:t>
            </a:r>
            <a:r>
              <a:rPr sz="4300" spc="-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4300" spc="-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40" dirty="0">
                <a:solidFill>
                  <a:srgbClr val="3B342E"/>
                </a:solidFill>
                <a:latin typeface="Trebuchet MS"/>
                <a:cs typeface="Trebuchet MS"/>
              </a:rPr>
              <a:t>the </a:t>
            </a:r>
            <a:r>
              <a:rPr sz="4300" spc="90" dirty="0">
                <a:solidFill>
                  <a:srgbClr val="3B342E"/>
                </a:solidFill>
                <a:latin typeface="Trebuchet MS"/>
                <a:cs typeface="Trebuchet MS"/>
              </a:rPr>
              <a:t>Rizal</a:t>
            </a:r>
            <a:r>
              <a:rPr sz="4300" spc="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85" dirty="0">
                <a:solidFill>
                  <a:srgbClr val="3B342E"/>
                </a:solidFill>
                <a:latin typeface="Trebuchet MS"/>
                <a:cs typeface="Trebuchet MS"/>
              </a:rPr>
              <a:t>area</a:t>
            </a:r>
            <a:r>
              <a:rPr sz="4300" spc="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65" dirty="0">
                <a:solidFill>
                  <a:srgbClr val="3B342E"/>
                </a:solidFill>
                <a:latin typeface="Trebuchet MS"/>
                <a:cs typeface="Trebuchet MS"/>
              </a:rPr>
              <a:t>(including</a:t>
            </a:r>
            <a:r>
              <a:rPr sz="4300" spc="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75" dirty="0">
                <a:solidFill>
                  <a:srgbClr val="3B342E"/>
                </a:solidFill>
                <a:latin typeface="Trebuchet MS"/>
                <a:cs typeface="Trebuchet MS"/>
              </a:rPr>
              <a:t>Pasig)</a:t>
            </a:r>
            <a:r>
              <a:rPr sz="4300" spc="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65" dirty="0">
                <a:solidFill>
                  <a:srgbClr val="3B342E"/>
                </a:solidFill>
                <a:latin typeface="Trebuchet MS"/>
                <a:cs typeface="Trebuchet MS"/>
              </a:rPr>
              <a:t>were</a:t>
            </a:r>
            <a:r>
              <a:rPr sz="4300" spc="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204" dirty="0">
                <a:solidFill>
                  <a:srgbClr val="3B342E"/>
                </a:solidFill>
                <a:latin typeface="Trebuchet MS"/>
                <a:cs typeface="Trebuchet MS"/>
              </a:rPr>
              <a:t>groups</a:t>
            </a:r>
            <a:r>
              <a:rPr sz="4300" spc="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14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4300" spc="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90" dirty="0">
                <a:solidFill>
                  <a:srgbClr val="3B342E"/>
                </a:solidFill>
                <a:latin typeface="Trebuchet MS"/>
                <a:cs typeface="Trebuchet MS"/>
              </a:rPr>
              <a:t>diverse</a:t>
            </a:r>
            <a:r>
              <a:rPr sz="4300" spc="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00" dirty="0">
                <a:solidFill>
                  <a:srgbClr val="3B342E"/>
                </a:solidFill>
                <a:latin typeface="Trebuchet MS"/>
                <a:cs typeface="Trebuchet MS"/>
              </a:rPr>
              <a:t>cultures </a:t>
            </a:r>
            <a:r>
              <a:rPr sz="4300" spc="135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4300" spc="-3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-10" dirty="0">
                <a:solidFill>
                  <a:srgbClr val="3B342E"/>
                </a:solidFill>
                <a:latin typeface="Trebuchet MS"/>
                <a:cs typeface="Trebuchet MS"/>
              </a:rPr>
              <a:t>races.</a:t>
            </a:r>
            <a:endParaRPr sz="4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4300">
              <a:latin typeface="Trebuchet MS"/>
              <a:cs typeface="Trebuchet MS"/>
            </a:endParaRPr>
          </a:p>
          <a:p>
            <a:pPr marL="12700" marR="5080" algn="just">
              <a:lnSpc>
                <a:spcPct val="116300"/>
              </a:lnSpc>
            </a:pPr>
            <a:r>
              <a:rPr sz="4300" spc="145" dirty="0">
                <a:solidFill>
                  <a:srgbClr val="3B342E"/>
                </a:solidFill>
                <a:latin typeface="Trebuchet MS"/>
                <a:cs typeface="Trebuchet MS"/>
              </a:rPr>
              <a:t>These</a:t>
            </a:r>
            <a:r>
              <a:rPr sz="4300" spc="-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85" dirty="0">
                <a:solidFill>
                  <a:srgbClr val="3B342E"/>
                </a:solidFill>
                <a:latin typeface="Trebuchet MS"/>
                <a:cs typeface="Trebuchet MS"/>
              </a:rPr>
              <a:t>people</a:t>
            </a:r>
            <a:r>
              <a:rPr sz="4300" spc="-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10" dirty="0">
                <a:solidFill>
                  <a:srgbClr val="3B342E"/>
                </a:solidFill>
                <a:latin typeface="Trebuchet MS"/>
                <a:cs typeface="Trebuchet MS"/>
              </a:rPr>
              <a:t>migrated</a:t>
            </a:r>
            <a:r>
              <a:rPr sz="4300" spc="-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5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4300" spc="-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6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4300" spc="-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95" dirty="0">
                <a:solidFill>
                  <a:srgbClr val="3B342E"/>
                </a:solidFill>
                <a:latin typeface="Trebuchet MS"/>
                <a:cs typeface="Trebuchet MS"/>
              </a:rPr>
              <a:t>Philippines</a:t>
            </a:r>
            <a:r>
              <a:rPr sz="4300" spc="-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43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70" dirty="0">
                <a:solidFill>
                  <a:srgbClr val="3B342E"/>
                </a:solidFill>
                <a:latin typeface="Trebuchet MS"/>
                <a:cs typeface="Trebuchet MS"/>
              </a:rPr>
              <a:t>waves</a:t>
            </a:r>
            <a:r>
              <a:rPr sz="4300" spc="-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75" dirty="0">
                <a:solidFill>
                  <a:srgbClr val="3B342E"/>
                </a:solidFill>
                <a:latin typeface="Trebuchet MS"/>
                <a:cs typeface="Trebuchet MS"/>
              </a:rPr>
              <a:t>between </a:t>
            </a:r>
            <a:r>
              <a:rPr sz="4300" spc="260" dirty="0">
                <a:solidFill>
                  <a:srgbClr val="3B342E"/>
                </a:solidFill>
                <a:latin typeface="Trebuchet MS"/>
                <a:cs typeface="Trebuchet MS"/>
              </a:rPr>
              <a:t>25,000–30,000</a:t>
            </a:r>
            <a:r>
              <a:rPr sz="4300" spc="5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55" dirty="0">
                <a:solidFill>
                  <a:srgbClr val="3B342E"/>
                </a:solidFill>
                <a:latin typeface="Trebuchet MS"/>
                <a:cs typeface="Trebuchet MS"/>
              </a:rPr>
              <a:t>years</a:t>
            </a:r>
            <a:r>
              <a:rPr sz="4300" spc="5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245" dirty="0">
                <a:solidFill>
                  <a:srgbClr val="3B342E"/>
                </a:solidFill>
                <a:latin typeface="Trebuchet MS"/>
                <a:cs typeface="Trebuchet MS"/>
              </a:rPr>
              <a:t>ago</a:t>
            </a:r>
            <a:r>
              <a:rPr sz="4300" spc="5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35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4300" spc="5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75" dirty="0">
                <a:solidFill>
                  <a:srgbClr val="3B342E"/>
                </a:solidFill>
                <a:latin typeface="Trebuchet MS"/>
                <a:cs typeface="Trebuchet MS"/>
              </a:rPr>
              <a:t>continued</a:t>
            </a:r>
            <a:r>
              <a:rPr sz="4300" spc="5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70" dirty="0">
                <a:solidFill>
                  <a:srgbClr val="3B342E"/>
                </a:solidFill>
                <a:latin typeface="Trebuchet MS"/>
                <a:cs typeface="Trebuchet MS"/>
              </a:rPr>
              <a:t>arriving</a:t>
            </a:r>
            <a:r>
              <a:rPr sz="4300" spc="5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14" dirty="0">
                <a:solidFill>
                  <a:srgbClr val="3B342E"/>
                </a:solidFill>
                <a:latin typeface="Trebuchet MS"/>
                <a:cs typeface="Trebuchet MS"/>
              </a:rPr>
              <a:t>up</a:t>
            </a:r>
            <a:r>
              <a:rPr sz="4300" spc="5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5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4300" spc="5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275" dirty="0">
                <a:solidFill>
                  <a:srgbClr val="3B342E"/>
                </a:solidFill>
                <a:latin typeface="Trebuchet MS"/>
                <a:cs typeface="Trebuchet MS"/>
              </a:rPr>
              <a:t>as </a:t>
            </a:r>
            <a:r>
              <a:rPr sz="4300" spc="60" dirty="0">
                <a:solidFill>
                  <a:srgbClr val="3B342E"/>
                </a:solidFill>
                <a:latin typeface="Trebuchet MS"/>
                <a:cs typeface="Trebuchet MS"/>
              </a:rPr>
              <a:t>late</a:t>
            </a:r>
            <a:r>
              <a:rPr sz="4300" spc="6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300" dirty="0">
                <a:solidFill>
                  <a:srgbClr val="3B342E"/>
                </a:solidFill>
                <a:latin typeface="Trebuchet MS"/>
                <a:cs typeface="Trebuchet MS"/>
              </a:rPr>
              <a:t>as</a:t>
            </a:r>
            <a:r>
              <a:rPr sz="4300" spc="6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6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4300" spc="6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dirty="0">
                <a:solidFill>
                  <a:srgbClr val="3B342E"/>
                </a:solidFill>
                <a:latin typeface="Trebuchet MS"/>
                <a:cs typeface="Trebuchet MS"/>
              </a:rPr>
              <a:t>lith</a:t>
            </a:r>
            <a:r>
              <a:rPr sz="4300" spc="6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85" dirty="0">
                <a:solidFill>
                  <a:srgbClr val="3B342E"/>
                </a:solidFill>
                <a:latin typeface="Trebuchet MS"/>
                <a:cs typeface="Trebuchet MS"/>
              </a:rPr>
              <a:t>century</a:t>
            </a:r>
            <a:r>
              <a:rPr sz="4300" spc="6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dirty="0">
                <a:solidFill>
                  <a:srgbClr val="3B342E"/>
                </a:solidFill>
                <a:latin typeface="Trebuchet MS"/>
                <a:cs typeface="Trebuchet MS"/>
              </a:rPr>
              <a:t>A.D.,</a:t>
            </a:r>
            <a:r>
              <a:rPr sz="4300" spc="6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300" dirty="0">
                <a:solidFill>
                  <a:srgbClr val="3B342E"/>
                </a:solidFill>
                <a:latin typeface="Trebuchet MS"/>
                <a:cs typeface="Trebuchet MS"/>
              </a:rPr>
              <a:t>as</a:t>
            </a:r>
            <a:r>
              <a:rPr sz="4300" spc="6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80" dirty="0">
                <a:solidFill>
                  <a:srgbClr val="3B342E"/>
                </a:solidFill>
                <a:latin typeface="Trebuchet MS"/>
                <a:cs typeface="Trebuchet MS"/>
              </a:rPr>
              <a:t>shown</a:t>
            </a:r>
            <a:r>
              <a:rPr sz="4300" spc="6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40" dirty="0">
                <a:solidFill>
                  <a:srgbClr val="3B342E"/>
                </a:solidFill>
                <a:latin typeface="Trebuchet MS"/>
                <a:cs typeface="Trebuchet MS"/>
              </a:rPr>
              <a:t>by</a:t>
            </a:r>
            <a:r>
              <a:rPr sz="4300" spc="6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300" spc="100" dirty="0">
                <a:solidFill>
                  <a:srgbClr val="3B342E"/>
                </a:solidFill>
                <a:latin typeface="Trebuchet MS"/>
                <a:cs typeface="Trebuchet MS"/>
              </a:rPr>
              <a:t>archaeological </a:t>
            </a:r>
            <a:r>
              <a:rPr sz="4300" spc="-10" dirty="0">
                <a:solidFill>
                  <a:srgbClr val="3B342E"/>
                </a:solidFill>
                <a:latin typeface="Trebuchet MS"/>
                <a:cs typeface="Trebuchet MS"/>
              </a:rPr>
              <a:t>evidence.</a:t>
            </a:r>
            <a:endParaRPr sz="4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720724"/>
            <a:ext cx="15788640" cy="204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5700" spc="869" dirty="0"/>
              <a:t>Who</a:t>
            </a:r>
            <a:r>
              <a:rPr sz="5700" spc="265" dirty="0"/>
              <a:t> </a:t>
            </a:r>
            <a:r>
              <a:rPr sz="5700" spc="240" dirty="0"/>
              <a:t>are</a:t>
            </a:r>
            <a:r>
              <a:rPr sz="5700" spc="270" dirty="0"/>
              <a:t> these</a:t>
            </a:r>
            <a:r>
              <a:rPr sz="5700" spc="265" dirty="0"/>
              <a:t> </a:t>
            </a:r>
            <a:r>
              <a:rPr sz="5700" spc="405" dirty="0"/>
              <a:t>people</a:t>
            </a:r>
            <a:r>
              <a:rPr sz="5700" spc="270" dirty="0"/>
              <a:t> </a:t>
            </a:r>
            <a:r>
              <a:rPr sz="5700" spc="480" dirty="0"/>
              <a:t>and</a:t>
            </a:r>
            <a:r>
              <a:rPr sz="5700" spc="265" dirty="0"/>
              <a:t> </a:t>
            </a:r>
            <a:r>
              <a:rPr sz="5700" spc="390" dirty="0"/>
              <a:t>where</a:t>
            </a:r>
            <a:r>
              <a:rPr sz="5700" spc="270" dirty="0"/>
              <a:t> </a:t>
            </a:r>
            <a:r>
              <a:rPr sz="5700" spc="450" dirty="0"/>
              <a:t>did</a:t>
            </a:r>
            <a:r>
              <a:rPr sz="5700" spc="265" dirty="0"/>
              <a:t> </a:t>
            </a:r>
            <a:r>
              <a:rPr sz="5700" spc="395" dirty="0"/>
              <a:t>they </a:t>
            </a:r>
            <a:r>
              <a:rPr sz="5700" spc="635" dirty="0"/>
              <a:t>come</a:t>
            </a:r>
            <a:r>
              <a:rPr sz="5700" spc="260" dirty="0"/>
              <a:t> </a:t>
            </a:r>
            <a:r>
              <a:rPr sz="5700" spc="445" dirty="0"/>
              <a:t>from?</a:t>
            </a:r>
            <a:endParaRPr sz="5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60082" y="0"/>
              <a:ext cx="9727916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31520"/>
              <a:ext cx="11463527" cy="420623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575" dirty="0"/>
              <a:t>Native</a:t>
            </a:r>
            <a:r>
              <a:rPr sz="7000" spc="330" dirty="0"/>
              <a:t> </a:t>
            </a:r>
            <a:r>
              <a:rPr sz="7000" spc="715" dirty="0"/>
              <a:t>Noble</a:t>
            </a:r>
            <a:endParaRPr sz="7000"/>
          </a:p>
        </p:txBody>
      </p:sp>
      <p:grpSp>
        <p:nvGrpSpPr>
          <p:cNvPr id="7" name="object 7"/>
          <p:cNvGrpSpPr/>
          <p:nvPr/>
        </p:nvGrpSpPr>
        <p:grpSpPr>
          <a:xfrm>
            <a:off x="1571624" y="7584369"/>
            <a:ext cx="180975" cy="1781175"/>
            <a:chOff x="1571624" y="7584369"/>
            <a:chExt cx="180975" cy="178117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1624" y="7584369"/>
              <a:ext cx="180975" cy="1809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1624" y="8384469"/>
              <a:ext cx="180975" cy="1809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1624" y="9184569"/>
              <a:ext cx="180975" cy="1809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016000" y="3961694"/>
            <a:ext cx="9575800" cy="562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4500" spc="160" dirty="0">
                <a:solidFill>
                  <a:srgbClr val="3B342E"/>
                </a:solidFill>
                <a:latin typeface="Trebuchet MS"/>
                <a:cs typeface="Trebuchet MS"/>
              </a:rPr>
              <a:t>Kalangitan</a:t>
            </a:r>
            <a:r>
              <a:rPr sz="4500" spc="-2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125" dirty="0">
                <a:solidFill>
                  <a:srgbClr val="3B342E"/>
                </a:solidFill>
                <a:latin typeface="Trebuchet MS"/>
                <a:cs typeface="Trebuchet MS"/>
              </a:rPr>
              <a:t>mean</a:t>
            </a:r>
            <a:r>
              <a:rPr sz="4500" spc="-2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b="1" spc="-40" dirty="0">
                <a:solidFill>
                  <a:srgbClr val="89363B"/>
                </a:solidFill>
                <a:latin typeface="Trebuchet MS"/>
                <a:cs typeface="Trebuchet MS"/>
              </a:rPr>
              <a:t>heavenly</a:t>
            </a:r>
            <a:r>
              <a:rPr sz="4500" spc="-40" dirty="0">
                <a:solidFill>
                  <a:srgbClr val="3B342E"/>
                </a:solidFill>
                <a:latin typeface="Trebuchet MS"/>
                <a:cs typeface="Trebuchet MS"/>
              </a:rPr>
              <a:t>,</a:t>
            </a:r>
            <a:r>
              <a:rPr sz="4500" spc="-2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150" dirty="0">
                <a:solidFill>
                  <a:srgbClr val="3B342E"/>
                </a:solidFill>
                <a:latin typeface="Trebuchet MS"/>
                <a:cs typeface="Trebuchet MS"/>
              </a:rPr>
              <a:t>perhaps </a:t>
            </a:r>
            <a:r>
              <a:rPr sz="4500" spc="175" dirty="0">
                <a:solidFill>
                  <a:srgbClr val="3B342E"/>
                </a:solidFill>
                <a:latin typeface="Trebuchet MS"/>
                <a:cs typeface="Trebuchet MS"/>
              </a:rPr>
              <a:t>because</a:t>
            </a:r>
            <a:r>
              <a:rPr sz="4500" spc="-3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120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4500" spc="-29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55" dirty="0">
                <a:solidFill>
                  <a:srgbClr val="3B342E"/>
                </a:solidFill>
                <a:latin typeface="Trebuchet MS"/>
                <a:cs typeface="Trebuchet MS"/>
              </a:rPr>
              <a:t>her</a:t>
            </a:r>
            <a:r>
              <a:rPr sz="4500" spc="-29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dirty="0">
                <a:solidFill>
                  <a:srgbClr val="3B342E"/>
                </a:solidFill>
                <a:latin typeface="Trebuchet MS"/>
                <a:cs typeface="Trebuchet MS"/>
              </a:rPr>
              <a:t>beauty,</a:t>
            </a:r>
            <a:r>
              <a:rPr sz="4500" spc="-29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75" dirty="0">
                <a:solidFill>
                  <a:srgbClr val="3B342E"/>
                </a:solidFill>
                <a:latin typeface="Trebuchet MS"/>
                <a:cs typeface="Trebuchet MS"/>
              </a:rPr>
              <a:t>for</a:t>
            </a:r>
            <a:r>
              <a:rPr sz="4500" spc="-3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114" dirty="0">
                <a:solidFill>
                  <a:srgbClr val="3B342E"/>
                </a:solidFill>
                <a:latin typeface="Trebuchet MS"/>
                <a:cs typeface="Trebuchet MS"/>
              </a:rPr>
              <a:t>a </a:t>
            </a:r>
            <a:r>
              <a:rPr sz="4500" spc="70" dirty="0">
                <a:solidFill>
                  <a:srgbClr val="3B342E"/>
                </a:solidFill>
                <a:latin typeface="Trebuchet MS"/>
                <a:cs typeface="Trebuchet MS"/>
              </a:rPr>
              <a:t>beautiful</a:t>
            </a:r>
            <a:r>
              <a:rPr sz="4500" spc="-2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dirty="0">
                <a:solidFill>
                  <a:srgbClr val="3B342E"/>
                </a:solidFill>
                <a:latin typeface="Trebuchet MS"/>
                <a:cs typeface="Trebuchet MS"/>
              </a:rPr>
              <a:t>woman,</a:t>
            </a:r>
            <a:r>
              <a:rPr sz="4500" spc="-2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-20" dirty="0">
                <a:solidFill>
                  <a:srgbClr val="3B342E"/>
                </a:solidFill>
                <a:latin typeface="Trebuchet MS"/>
                <a:cs typeface="Trebuchet MS"/>
              </a:rPr>
              <a:t>indeed,</a:t>
            </a:r>
            <a:r>
              <a:rPr sz="4500" spc="-2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145" dirty="0">
                <a:solidFill>
                  <a:srgbClr val="3B342E"/>
                </a:solidFill>
                <a:latin typeface="Trebuchet MS"/>
                <a:cs typeface="Trebuchet MS"/>
              </a:rPr>
              <a:t>is</a:t>
            </a:r>
            <a:endParaRPr sz="4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4500" spc="190" dirty="0">
                <a:solidFill>
                  <a:srgbClr val="3B342E"/>
                </a:solidFill>
                <a:latin typeface="Trebuchet MS"/>
                <a:cs typeface="Trebuchet MS"/>
              </a:rPr>
              <a:t>always</a:t>
            </a:r>
            <a:r>
              <a:rPr sz="4500" spc="-3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85" dirty="0">
                <a:solidFill>
                  <a:srgbClr val="3B342E"/>
                </a:solidFill>
                <a:latin typeface="Trebuchet MS"/>
                <a:cs typeface="Trebuchet MS"/>
              </a:rPr>
              <a:t>heavenly</a:t>
            </a:r>
            <a:endParaRPr sz="4500">
              <a:latin typeface="Trebuchet MS"/>
              <a:cs typeface="Trebuchet MS"/>
            </a:endParaRPr>
          </a:p>
          <a:p>
            <a:pPr marL="983615" marR="222885">
              <a:lnSpc>
                <a:spcPts val="6300"/>
              </a:lnSpc>
              <a:spcBef>
                <a:spcPts val="360"/>
              </a:spcBef>
            </a:pPr>
            <a:r>
              <a:rPr sz="4500" spc="220" dirty="0">
                <a:solidFill>
                  <a:srgbClr val="3B342E"/>
                </a:solidFill>
                <a:latin typeface="Trebuchet MS"/>
                <a:cs typeface="Trebuchet MS"/>
              </a:rPr>
              <a:t>she</a:t>
            </a:r>
            <a:r>
              <a:rPr sz="4500" spc="-3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265" dirty="0">
                <a:solidFill>
                  <a:srgbClr val="3B342E"/>
                </a:solidFill>
                <a:latin typeface="Trebuchet MS"/>
                <a:cs typeface="Trebuchet MS"/>
              </a:rPr>
              <a:t>was</a:t>
            </a:r>
            <a:r>
              <a:rPr sz="4500" spc="-3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165" dirty="0">
                <a:solidFill>
                  <a:srgbClr val="3B342E"/>
                </a:solidFill>
                <a:latin typeface="Trebuchet MS"/>
                <a:cs typeface="Trebuchet MS"/>
              </a:rPr>
              <a:t>a</a:t>
            </a:r>
            <a:r>
              <a:rPr sz="4500" spc="-3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b="1" spc="114" dirty="0">
                <a:solidFill>
                  <a:srgbClr val="3B342E"/>
                </a:solidFill>
                <a:latin typeface="Trebuchet MS"/>
                <a:cs typeface="Trebuchet MS"/>
              </a:rPr>
              <a:t>Reyna</a:t>
            </a:r>
            <a:r>
              <a:rPr sz="4500" b="1" spc="-39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4500" spc="-3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55" dirty="0">
                <a:solidFill>
                  <a:srgbClr val="3B342E"/>
                </a:solidFill>
                <a:latin typeface="Trebuchet MS"/>
                <a:cs typeface="Trebuchet MS"/>
              </a:rPr>
              <a:t>pre-</a:t>
            </a:r>
            <a:r>
              <a:rPr sz="4500" spc="60" dirty="0">
                <a:solidFill>
                  <a:srgbClr val="3B342E"/>
                </a:solidFill>
                <a:latin typeface="Trebuchet MS"/>
                <a:cs typeface="Trebuchet MS"/>
              </a:rPr>
              <a:t>colonial </a:t>
            </a:r>
            <a:r>
              <a:rPr sz="4500" spc="170" dirty="0">
                <a:solidFill>
                  <a:srgbClr val="3B342E"/>
                </a:solidFill>
                <a:latin typeface="Trebuchet MS"/>
                <a:cs typeface="Trebuchet MS"/>
              </a:rPr>
              <a:t>nakshi</a:t>
            </a:r>
            <a:r>
              <a:rPr sz="4500" spc="-3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145" dirty="0">
                <a:solidFill>
                  <a:srgbClr val="3B342E"/>
                </a:solidFill>
                <a:latin typeface="Trebuchet MS"/>
                <a:cs typeface="Trebuchet MS"/>
              </a:rPr>
              <a:t>nya</a:t>
            </a:r>
            <a:r>
              <a:rPr sz="4500" spc="-3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b="1" spc="65" dirty="0">
                <a:solidFill>
                  <a:srgbClr val="3B342E"/>
                </a:solidFill>
                <a:latin typeface="Trebuchet MS"/>
                <a:cs typeface="Trebuchet MS"/>
              </a:rPr>
              <a:t>Rajah</a:t>
            </a:r>
            <a:r>
              <a:rPr sz="4500" b="1" spc="-4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b="1" spc="190" dirty="0">
                <a:solidFill>
                  <a:srgbClr val="3B342E"/>
                </a:solidFill>
                <a:latin typeface="Trebuchet MS"/>
                <a:cs typeface="Trebuchet MS"/>
              </a:rPr>
              <a:t>Salalila</a:t>
            </a:r>
            <a:endParaRPr sz="4500">
              <a:latin typeface="Trebuchet MS"/>
              <a:cs typeface="Trebuchet MS"/>
            </a:endParaRPr>
          </a:p>
          <a:p>
            <a:pPr marL="983615">
              <a:lnSpc>
                <a:spcPct val="100000"/>
              </a:lnSpc>
              <a:spcBef>
                <a:spcPts val="540"/>
              </a:spcBef>
            </a:pPr>
            <a:r>
              <a:rPr sz="4500" spc="110" dirty="0">
                <a:solidFill>
                  <a:srgbClr val="3B342E"/>
                </a:solidFill>
                <a:latin typeface="Trebuchet MS"/>
                <a:cs typeface="Trebuchet MS"/>
              </a:rPr>
              <a:t>bebe</a:t>
            </a:r>
            <a:r>
              <a:rPr sz="4500" spc="-3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spc="145" dirty="0">
                <a:solidFill>
                  <a:srgbClr val="3B342E"/>
                </a:solidFill>
                <a:latin typeface="Trebuchet MS"/>
                <a:cs typeface="Trebuchet MS"/>
              </a:rPr>
              <a:t>nya</a:t>
            </a:r>
            <a:r>
              <a:rPr sz="4500" spc="-3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b="1" spc="210" dirty="0">
                <a:solidFill>
                  <a:srgbClr val="3B342E"/>
                </a:solidFill>
                <a:latin typeface="Trebuchet MS"/>
                <a:cs typeface="Trebuchet MS"/>
              </a:rPr>
              <a:t>Gat</a:t>
            </a:r>
            <a:r>
              <a:rPr sz="4500" b="1" spc="-39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4500" b="1" spc="45" dirty="0">
                <a:solidFill>
                  <a:srgbClr val="3B342E"/>
                </a:solidFill>
                <a:latin typeface="Trebuchet MS"/>
                <a:cs typeface="Trebuchet MS"/>
              </a:rPr>
              <a:t>Lontok</a:t>
            </a:r>
            <a:endParaRPr sz="45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8471" y="1862327"/>
            <a:ext cx="9726167" cy="18379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5424" y="3036612"/>
              <a:ext cx="152400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5424" y="4408212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5424" y="7151412"/>
              <a:ext cx="152400" cy="1523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857920" y="2757212"/>
            <a:ext cx="14494510" cy="4204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240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3900" spc="-2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175" dirty="0">
                <a:solidFill>
                  <a:srgbClr val="3B342E"/>
                </a:solidFill>
                <a:latin typeface="Trebuchet MS"/>
                <a:cs typeface="Trebuchet MS"/>
              </a:rPr>
              <a:t>used</a:t>
            </a:r>
            <a:r>
              <a:rPr sz="3900" spc="-2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39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95" dirty="0">
                <a:solidFill>
                  <a:srgbClr val="3B342E"/>
                </a:solidFill>
                <a:latin typeface="Trebuchet MS"/>
                <a:cs typeface="Trebuchet MS"/>
              </a:rPr>
              <a:t>be</a:t>
            </a:r>
            <a:r>
              <a:rPr sz="3900" spc="-2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125" dirty="0">
                <a:solidFill>
                  <a:srgbClr val="3B342E"/>
                </a:solidFill>
                <a:latin typeface="Trebuchet MS"/>
                <a:cs typeface="Trebuchet MS"/>
              </a:rPr>
              <a:t>much</a:t>
            </a:r>
            <a:r>
              <a:rPr sz="3900" spc="-2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160" dirty="0">
                <a:solidFill>
                  <a:srgbClr val="3B342E"/>
                </a:solidFill>
                <a:latin typeface="Trebuchet MS"/>
                <a:cs typeface="Trebuchet MS"/>
              </a:rPr>
              <a:t>bigger</a:t>
            </a:r>
            <a:r>
              <a:rPr sz="39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90" dirty="0">
                <a:solidFill>
                  <a:srgbClr val="3B342E"/>
                </a:solidFill>
                <a:latin typeface="Trebuchet MS"/>
                <a:cs typeface="Trebuchet MS"/>
              </a:rPr>
              <a:t>than</a:t>
            </a:r>
            <a:r>
              <a:rPr sz="3900" spc="-2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-45" dirty="0">
                <a:solidFill>
                  <a:srgbClr val="3B342E"/>
                </a:solidFill>
                <a:latin typeface="Trebuchet MS"/>
                <a:cs typeface="Trebuchet MS"/>
              </a:rPr>
              <a:t>it</a:t>
            </a:r>
            <a:r>
              <a:rPr sz="39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160" dirty="0">
                <a:solidFill>
                  <a:srgbClr val="3B342E"/>
                </a:solidFill>
                <a:latin typeface="Trebuchet MS"/>
                <a:cs typeface="Trebuchet MS"/>
              </a:rPr>
              <a:t>is</a:t>
            </a:r>
            <a:r>
              <a:rPr sz="3900" spc="-2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-20" dirty="0">
                <a:solidFill>
                  <a:srgbClr val="3B342E"/>
                </a:solidFill>
                <a:latin typeface="Trebuchet MS"/>
                <a:cs typeface="Trebuchet MS"/>
              </a:rPr>
              <a:t>now.</a:t>
            </a:r>
            <a:endParaRPr sz="3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39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15399"/>
              </a:lnSpc>
            </a:pPr>
            <a:r>
              <a:rPr sz="3900" dirty="0">
                <a:solidFill>
                  <a:srgbClr val="3B342E"/>
                </a:solidFill>
                <a:latin typeface="Trebuchet MS"/>
                <a:cs typeface="Trebuchet MS"/>
              </a:rPr>
              <a:t>It</a:t>
            </a:r>
            <a:r>
              <a:rPr sz="3900" spc="39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105" dirty="0">
                <a:solidFill>
                  <a:srgbClr val="3B342E"/>
                </a:solidFill>
                <a:latin typeface="Trebuchet MS"/>
                <a:cs typeface="Trebuchet MS"/>
              </a:rPr>
              <a:t>stretched</a:t>
            </a:r>
            <a:r>
              <a:rPr sz="3900" spc="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b="1" dirty="0">
                <a:solidFill>
                  <a:srgbClr val="3B342E"/>
                </a:solidFill>
                <a:latin typeface="Trebuchet MS"/>
                <a:cs typeface="Trebuchet MS"/>
              </a:rPr>
              <a:t>from</a:t>
            </a:r>
            <a:r>
              <a:rPr sz="3900" b="1" spc="3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b="1" spc="135" dirty="0">
                <a:solidFill>
                  <a:srgbClr val="3B342E"/>
                </a:solidFill>
                <a:latin typeface="Trebuchet MS"/>
                <a:cs typeface="Trebuchet MS"/>
              </a:rPr>
              <a:t>Montalban</a:t>
            </a:r>
            <a:r>
              <a:rPr sz="3900" b="1" spc="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b="1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3900" b="1" spc="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b="1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900" b="1" spc="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b="1" spc="80" dirty="0">
                <a:solidFill>
                  <a:srgbClr val="3B342E"/>
                </a:solidFill>
                <a:latin typeface="Trebuchet MS"/>
                <a:cs typeface="Trebuchet MS"/>
              </a:rPr>
              <a:t>North</a:t>
            </a:r>
            <a:r>
              <a:rPr sz="3900" b="1" spc="4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dirty="0">
                <a:solidFill>
                  <a:srgbClr val="3B342E"/>
                </a:solidFill>
                <a:latin typeface="Trebuchet MS"/>
                <a:cs typeface="Trebuchet MS"/>
              </a:rPr>
              <a:t>all</a:t>
            </a:r>
            <a:r>
              <a:rPr sz="3900" spc="4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6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900" spc="39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145" dirty="0">
                <a:solidFill>
                  <a:srgbClr val="3B342E"/>
                </a:solidFill>
                <a:latin typeface="Trebuchet MS"/>
                <a:cs typeface="Trebuchet MS"/>
              </a:rPr>
              <a:t>way</a:t>
            </a:r>
            <a:r>
              <a:rPr sz="3900" spc="39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3900" spc="39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35" dirty="0">
                <a:solidFill>
                  <a:srgbClr val="3B342E"/>
                </a:solidFill>
                <a:latin typeface="Trebuchet MS"/>
                <a:cs typeface="Trebuchet MS"/>
              </a:rPr>
              <a:t>the </a:t>
            </a:r>
            <a:r>
              <a:rPr sz="3900" b="1" spc="100" dirty="0">
                <a:solidFill>
                  <a:srgbClr val="3B342E"/>
                </a:solidFill>
                <a:latin typeface="Trebuchet MS"/>
                <a:cs typeface="Trebuchet MS"/>
              </a:rPr>
              <a:t>shores</a:t>
            </a:r>
            <a:r>
              <a:rPr sz="3900" b="1" spc="215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900" b="1" spc="5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900" b="1" spc="22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900" b="1" spc="135" dirty="0">
                <a:solidFill>
                  <a:srgbClr val="3B342E"/>
                </a:solidFill>
                <a:latin typeface="Trebuchet MS"/>
                <a:cs typeface="Trebuchet MS"/>
              </a:rPr>
              <a:t>Laguna</a:t>
            </a:r>
            <a:r>
              <a:rPr sz="3900" b="1" spc="215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900" b="1" dirty="0">
                <a:solidFill>
                  <a:srgbClr val="3B342E"/>
                </a:solidFill>
                <a:latin typeface="Trebuchet MS"/>
                <a:cs typeface="Trebuchet MS"/>
              </a:rPr>
              <a:t>de</a:t>
            </a:r>
            <a:r>
              <a:rPr sz="3900" b="1" spc="22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900" b="1" spc="125" dirty="0">
                <a:solidFill>
                  <a:srgbClr val="3B342E"/>
                </a:solidFill>
                <a:latin typeface="Trebuchet MS"/>
                <a:cs typeface="Trebuchet MS"/>
              </a:rPr>
              <a:t>Bai</a:t>
            </a:r>
            <a:r>
              <a:rPr sz="3900" b="1" spc="215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900" b="1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3900" b="1" spc="22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900" b="1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900" b="1" spc="215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900" b="1" spc="145" dirty="0">
                <a:solidFill>
                  <a:srgbClr val="3B342E"/>
                </a:solidFill>
                <a:latin typeface="Trebuchet MS"/>
                <a:cs typeface="Trebuchet MS"/>
              </a:rPr>
              <a:t>South</a:t>
            </a:r>
            <a:r>
              <a:rPr sz="3900" b="1" spc="254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900" dirty="0">
                <a:solidFill>
                  <a:srgbClr val="3B342E"/>
                </a:solidFill>
                <a:latin typeface="Trebuchet MS"/>
                <a:cs typeface="Trebuchet MS"/>
              </a:rPr>
              <a:t>(that’s</a:t>
            </a:r>
            <a:r>
              <a:rPr sz="3900" spc="254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900" dirty="0">
                <a:solidFill>
                  <a:srgbClr val="3B342E"/>
                </a:solidFill>
                <a:latin typeface="Trebuchet MS"/>
                <a:cs typeface="Trebuchet MS"/>
              </a:rPr>
              <a:t>over</a:t>
            </a:r>
            <a:r>
              <a:rPr sz="3900" spc="254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900" b="1" spc="245" dirty="0">
                <a:solidFill>
                  <a:srgbClr val="3B342E"/>
                </a:solidFill>
                <a:latin typeface="Trebuchet MS"/>
                <a:cs typeface="Trebuchet MS"/>
              </a:rPr>
              <a:t>50 </a:t>
            </a:r>
            <a:r>
              <a:rPr sz="3900" spc="85" dirty="0">
                <a:solidFill>
                  <a:srgbClr val="3B342E"/>
                </a:solidFill>
                <a:latin typeface="Trebuchet MS"/>
                <a:cs typeface="Trebuchet MS"/>
              </a:rPr>
              <a:t>kilometers</a:t>
            </a:r>
            <a:r>
              <a:rPr sz="39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120" dirty="0">
                <a:solidFill>
                  <a:srgbClr val="3B342E"/>
                </a:solidFill>
                <a:latin typeface="Trebuchet MS"/>
                <a:cs typeface="Trebuchet MS"/>
              </a:rPr>
              <a:t>wow</a:t>
            </a:r>
            <a:r>
              <a:rPr sz="39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900" spc="125" dirty="0">
                <a:solidFill>
                  <a:srgbClr val="3B342E"/>
                </a:solidFill>
                <a:latin typeface="Trebuchet MS"/>
                <a:cs typeface="Trebuchet MS"/>
              </a:rPr>
              <a:t>galeng)</a:t>
            </a:r>
            <a:endParaRPr sz="3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sz="39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1209706"/>
            <a:ext cx="1639570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375" dirty="0"/>
              <a:t>Pasig</a:t>
            </a:r>
            <a:r>
              <a:rPr sz="7000" spc="325" dirty="0"/>
              <a:t> </a:t>
            </a:r>
            <a:r>
              <a:rPr sz="7000" spc="450" dirty="0"/>
              <a:t>used</a:t>
            </a:r>
            <a:r>
              <a:rPr sz="7000" spc="330" dirty="0"/>
              <a:t> </a:t>
            </a:r>
            <a:r>
              <a:rPr sz="7000" spc="345" dirty="0"/>
              <a:t>to</a:t>
            </a:r>
            <a:r>
              <a:rPr sz="7000" spc="330" dirty="0"/>
              <a:t> </a:t>
            </a:r>
            <a:r>
              <a:rPr sz="7000" spc="470" dirty="0"/>
              <a:t>be</a:t>
            </a:r>
            <a:r>
              <a:rPr sz="7000" spc="330" dirty="0"/>
              <a:t> </a:t>
            </a:r>
            <a:r>
              <a:rPr sz="7000" spc="505" dirty="0"/>
              <a:t>very</a:t>
            </a:r>
            <a:r>
              <a:rPr sz="7000" spc="330" dirty="0"/>
              <a:t> </a:t>
            </a:r>
            <a:r>
              <a:rPr sz="7000" spc="250" dirty="0"/>
              <a:t>vast</a:t>
            </a:r>
            <a:r>
              <a:rPr sz="7000" spc="390" dirty="0"/>
              <a:t> </a:t>
            </a:r>
            <a:r>
              <a:rPr sz="7000" b="0" i="1" spc="210" dirty="0">
                <a:latin typeface="Cambria"/>
                <a:cs typeface="Cambria"/>
              </a:rPr>
              <a:t>(malawak)</a:t>
            </a:r>
            <a:endParaRPr sz="7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2074" y="2827654"/>
              <a:ext cx="114299" cy="1142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2074" y="4370704"/>
              <a:ext cx="114299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2074" y="6428104"/>
              <a:ext cx="114299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2074" y="7456804"/>
              <a:ext cx="114299" cy="1142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641971" y="2545701"/>
            <a:ext cx="12270740" cy="568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0990">
              <a:lnSpc>
                <a:spcPct val="116399"/>
              </a:lnSpc>
              <a:spcBef>
                <a:spcPts val="100"/>
              </a:spcBef>
            </a:pPr>
            <a:r>
              <a:rPr sz="2900" spc="175" dirty="0">
                <a:solidFill>
                  <a:srgbClr val="3B342E"/>
                </a:solidFill>
                <a:latin typeface="Trebuchet MS"/>
                <a:cs typeface="Trebuchet MS"/>
              </a:rPr>
              <a:t>Some</a:t>
            </a:r>
            <a:r>
              <a:rPr sz="2900" spc="-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artists,</a:t>
            </a:r>
            <a:r>
              <a:rPr sz="2900" spc="-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architects,</a:t>
            </a:r>
            <a:r>
              <a:rPr sz="2900" spc="-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2900" spc="-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45" dirty="0">
                <a:solidFill>
                  <a:srgbClr val="3B342E"/>
                </a:solidFill>
                <a:latin typeface="Trebuchet MS"/>
                <a:cs typeface="Trebuchet MS"/>
              </a:rPr>
              <a:t>writers</a:t>
            </a:r>
            <a:r>
              <a:rPr sz="2900" spc="-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(including</a:t>
            </a:r>
            <a:r>
              <a:rPr sz="2900" spc="-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Galende)</a:t>
            </a:r>
            <a:r>
              <a:rPr sz="2900" spc="-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note</a:t>
            </a:r>
            <a:r>
              <a:rPr sz="2900" spc="-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that</a:t>
            </a:r>
            <a:r>
              <a:rPr sz="2900" spc="-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-25" dirty="0">
                <a:solidFill>
                  <a:srgbClr val="3B342E"/>
                </a:solidFill>
                <a:latin typeface="Trebuchet MS"/>
                <a:cs typeface="Trebuchet MS"/>
              </a:rPr>
              <a:t>the </a:t>
            </a:r>
            <a:r>
              <a:rPr sz="2900" spc="180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bell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tower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14" dirty="0">
                <a:solidFill>
                  <a:srgbClr val="3B342E"/>
                </a:solidFill>
                <a:latin typeface="Trebuchet MS"/>
                <a:cs typeface="Trebuchet MS"/>
              </a:rPr>
              <a:t>is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3B342E"/>
                </a:solidFill>
                <a:latin typeface="Trebuchet MS"/>
                <a:cs typeface="Trebuchet MS"/>
              </a:rPr>
              <a:t>unusually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90" dirty="0">
                <a:solidFill>
                  <a:srgbClr val="3B342E"/>
                </a:solidFill>
                <a:latin typeface="Trebuchet MS"/>
                <a:cs typeface="Trebuchet MS"/>
              </a:rPr>
              <a:t>large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tall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0" dirty="0">
                <a:solidFill>
                  <a:srgbClr val="3B342E"/>
                </a:solidFill>
                <a:latin typeface="Trebuchet MS"/>
                <a:cs typeface="Trebuchet MS"/>
              </a:rPr>
              <a:t>for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3B342E"/>
                </a:solidFill>
                <a:latin typeface="Trebuchet MS"/>
                <a:cs typeface="Trebuchet MS"/>
              </a:rPr>
              <a:t>its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church,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built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25" dirty="0">
                <a:solidFill>
                  <a:srgbClr val="3B342E"/>
                </a:solidFill>
                <a:latin typeface="Trebuchet MS"/>
                <a:cs typeface="Trebuchet MS"/>
              </a:rPr>
              <a:t>for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functionality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85" dirty="0">
                <a:solidFill>
                  <a:srgbClr val="3B342E"/>
                </a:solidFill>
                <a:latin typeface="Trebuchet MS"/>
                <a:cs typeface="Trebuchet MS"/>
              </a:rPr>
              <a:t>so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3B342E"/>
                </a:solidFill>
                <a:latin typeface="Trebuchet MS"/>
                <a:cs typeface="Trebuchet MS"/>
              </a:rPr>
              <a:t>its</a:t>
            </a:r>
            <a:r>
              <a:rPr sz="2900" spc="-1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3B342E"/>
                </a:solidFill>
                <a:latin typeface="Trebuchet MS"/>
                <a:cs typeface="Trebuchet MS"/>
              </a:rPr>
              <a:t>bells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70" dirty="0">
                <a:solidFill>
                  <a:srgbClr val="3B342E"/>
                </a:solidFill>
                <a:latin typeface="Trebuchet MS"/>
                <a:cs typeface="Trebuchet MS"/>
              </a:rPr>
              <a:t>could</a:t>
            </a:r>
            <a:r>
              <a:rPr sz="2900" spc="-1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65" dirty="0">
                <a:solidFill>
                  <a:srgbClr val="3B342E"/>
                </a:solidFill>
                <a:latin typeface="Trebuchet MS"/>
                <a:cs typeface="Trebuchet MS"/>
              </a:rPr>
              <a:t>be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3B342E"/>
                </a:solidFill>
                <a:latin typeface="Trebuchet MS"/>
                <a:cs typeface="Trebuchet MS"/>
              </a:rPr>
              <a:t>heard</a:t>
            </a:r>
            <a:r>
              <a:rPr sz="2900" spc="-1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75" dirty="0">
                <a:solidFill>
                  <a:srgbClr val="3B342E"/>
                </a:solidFill>
                <a:latin typeface="Trebuchet MS"/>
                <a:cs typeface="Trebuchet MS"/>
              </a:rPr>
              <a:t>distant</a:t>
            </a:r>
            <a:r>
              <a:rPr sz="2900" spc="-1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00" dirty="0">
                <a:solidFill>
                  <a:srgbClr val="3B342E"/>
                </a:solidFill>
                <a:latin typeface="Trebuchet MS"/>
                <a:cs typeface="Trebuchet MS"/>
              </a:rPr>
              <a:t>chapels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3B342E"/>
                </a:solidFill>
                <a:latin typeface="Trebuchet MS"/>
                <a:cs typeface="Trebuchet MS"/>
              </a:rPr>
              <a:t>(visitas).</a:t>
            </a:r>
            <a:endParaRPr sz="2900">
              <a:latin typeface="Trebuchet MS"/>
              <a:cs typeface="Trebuchet MS"/>
            </a:endParaRPr>
          </a:p>
          <a:p>
            <a:pPr marL="12700" marR="5080">
              <a:lnSpc>
                <a:spcPct val="116399"/>
              </a:lnSpc>
            </a:pPr>
            <a:r>
              <a:rPr sz="2900" spc="110" dirty="0">
                <a:solidFill>
                  <a:srgbClr val="3B342E"/>
                </a:solidFill>
                <a:latin typeface="Trebuchet MS"/>
                <a:cs typeface="Trebuchet MS"/>
              </a:rPr>
              <a:t>Augustinian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0" dirty="0">
                <a:solidFill>
                  <a:srgbClr val="3B342E"/>
                </a:solidFill>
                <a:latin typeface="Trebuchet MS"/>
                <a:cs typeface="Trebuchet MS"/>
              </a:rPr>
              <a:t>historian</a:t>
            </a:r>
            <a:r>
              <a:rPr sz="2900" spc="-1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14" dirty="0">
                <a:solidFill>
                  <a:srgbClr val="3B342E"/>
                </a:solidFill>
                <a:latin typeface="Trebuchet MS"/>
                <a:cs typeface="Trebuchet MS"/>
              </a:rPr>
              <a:t>Castro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0" dirty="0">
                <a:solidFill>
                  <a:srgbClr val="3B342E"/>
                </a:solidFill>
                <a:latin typeface="Trebuchet MS"/>
                <a:cs typeface="Trebuchet MS"/>
              </a:rPr>
              <a:t>claimed</a:t>
            </a:r>
            <a:r>
              <a:rPr sz="2900" spc="-1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that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80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2900" spc="-1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70" dirty="0">
                <a:solidFill>
                  <a:srgbClr val="3B342E"/>
                </a:solidFill>
                <a:latin typeface="Trebuchet MS"/>
                <a:cs typeface="Trebuchet MS"/>
              </a:rPr>
              <a:t>once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05" dirty="0">
                <a:solidFill>
                  <a:srgbClr val="3B342E"/>
                </a:solidFill>
                <a:latin typeface="Trebuchet MS"/>
                <a:cs typeface="Trebuchet MS"/>
              </a:rPr>
              <a:t>housed</a:t>
            </a:r>
            <a:r>
              <a:rPr sz="2900" spc="-1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2900" spc="-1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75" dirty="0">
                <a:solidFill>
                  <a:srgbClr val="3B342E"/>
                </a:solidFill>
                <a:latin typeface="Trebuchet MS"/>
                <a:cs typeface="Trebuchet MS"/>
              </a:rPr>
              <a:t>oldest </a:t>
            </a:r>
            <a:r>
              <a:rPr sz="2900" spc="95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2900" spc="-1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50" dirty="0">
                <a:solidFill>
                  <a:srgbClr val="3B342E"/>
                </a:solidFill>
                <a:latin typeface="Trebuchet MS"/>
                <a:cs typeface="Trebuchet MS"/>
              </a:rPr>
              <a:t>biggest</a:t>
            </a:r>
            <a:r>
              <a:rPr sz="2900" spc="-1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bell</a:t>
            </a:r>
            <a:r>
              <a:rPr sz="2900" spc="-1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2900" spc="-1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2900" spc="-1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Philippines,</a:t>
            </a:r>
            <a:r>
              <a:rPr sz="2900" spc="-1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30" dirty="0">
                <a:solidFill>
                  <a:srgbClr val="3B342E"/>
                </a:solidFill>
                <a:latin typeface="Trebuchet MS"/>
                <a:cs typeface="Trebuchet MS"/>
              </a:rPr>
              <a:t>cast</a:t>
            </a:r>
            <a:r>
              <a:rPr sz="2900" spc="-1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2900" spc="-1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1573.</a:t>
            </a:r>
            <a:r>
              <a:rPr sz="2900" spc="-1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70" dirty="0">
                <a:solidFill>
                  <a:srgbClr val="3B342E"/>
                </a:solidFill>
                <a:latin typeface="Trebuchet MS"/>
                <a:cs typeface="Trebuchet MS"/>
              </a:rPr>
              <a:t>With</a:t>
            </a:r>
            <a:r>
              <a:rPr sz="2900" spc="-1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minimal</a:t>
            </a:r>
            <a:r>
              <a:rPr sz="2900" spc="-1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60" dirty="0">
                <a:solidFill>
                  <a:srgbClr val="3B342E"/>
                </a:solidFill>
                <a:latin typeface="Trebuchet MS"/>
                <a:cs typeface="Trebuchet MS"/>
              </a:rPr>
              <a:t>noise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pollution</a:t>
            </a:r>
            <a:r>
              <a:rPr sz="2900" spc="-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3B342E"/>
                </a:solidFill>
                <a:latin typeface="Trebuchet MS"/>
                <a:cs typeface="Trebuchet MS"/>
              </a:rPr>
              <a:t>at</a:t>
            </a:r>
            <a:r>
              <a:rPr sz="2900" spc="-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-75" dirty="0">
                <a:solidFill>
                  <a:srgbClr val="3B342E"/>
                </a:solidFill>
                <a:latin typeface="Trebuchet MS"/>
                <a:cs typeface="Trebuchet MS"/>
              </a:rPr>
              <a:t>time,</a:t>
            </a:r>
            <a:r>
              <a:rPr sz="2900" spc="-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3B342E"/>
                </a:solidFill>
                <a:latin typeface="Trebuchet MS"/>
                <a:cs typeface="Trebuchet MS"/>
              </a:rPr>
              <a:t>these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3B342E"/>
                </a:solidFill>
                <a:latin typeface="Trebuchet MS"/>
                <a:cs typeface="Trebuchet MS"/>
              </a:rPr>
              <a:t>bells</a:t>
            </a:r>
            <a:r>
              <a:rPr sz="2900" spc="-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70" dirty="0">
                <a:solidFill>
                  <a:srgbClr val="3B342E"/>
                </a:solidFill>
                <a:latin typeface="Trebuchet MS"/>
                <a:cs typeface="Trebuchet MS"/>
              </a:rPr>
              <a:t>could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65" dirty="0">
                <a:solidFill>
                  <a:srgbClr val="3B342E"/>
                </a:solidFill>
                <a:latin typeface="Trebuchet MS"/>
                <a:cs typeface="Trebuchet MS"/>
              </a:rPr>
              <a:t>be</a:t>
            </a:r>
            <a:r>
              <a:rPr sz="2900" spc="-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3B342E"/>
                </a:solidFill>
                <a:latin typeface="Trebuchet MS"/>
                <a:cs typeface="Trebuchet MS"/>
              </a:rPr>
              <a:t>heard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60" dirty="0">
                <a:solidFill>
                  <a:srgbClr val="3B342E"/>
                </a:solidFill>
                <a:latin typeface="Trebuchet MS"/>
                <a:cs typeface="Trebuchet MS"/>
              </a:rPr>
              <a:t>far</a:t>
            </a:r>
            <a:r>
              <a:rPr sz="2900" spc="-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away,</a:t>
            </a:r>
            <a:r>
              <a:rPr sz="2900" spc="-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even</a:t>
            </a:r>
            <a:r>
              <a:rPr sz="2900" spc="-1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35" dirty="0">
                <a:solidFill>
                  <a:srgbClr val="3B342E"/>
                </a:solidFill>
                <a:latin typeface="Trebuchet MS"/>
                <a:cs typeface="Trebuchet MS"/>
              </a:rPr>
              <a:t>across </a:t>
            </a:r>
            <a:r>
              <a:rPr sz="2900" spc="145" dirty="0">
                <a:solidFill>
                  <a:srgbClr val="3B342E"/>
                </a:solidFill>
                <a:latin typeface="Trebuchet MS"/>
                <a:cs typeface="Trebuchet MS"/>
              </a:rPr>
              <a:t>Laguna</a:t>
            </a:r>
            <a:r>
              <a:rPr sz="2900" spc="-2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65" dirty="0">
                <a:solidFill>
                  <a:srgbClr val="3B342E"/>
                </a:solidFill>
                <a:latin typeface="Trebuchet MS"/>
                <a:cs typeface="Trebuchet MS"/>
              </a:rPr>
              <a:t>de</a:t>
            </a:r>
            <a:r>
              <a:rPr sz="2900" spc="-2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-20" dirty="0">
                <a:solidFill>
                  <a:srgbClr val="3B342E"/>
                </a:solidFill>
                <a:latin typeface="Trebuchet MS"/>
                <a:cs typeface="Trebuchet MS"/>
              </a:rPr>
              <a:t>Bai.</a:t>
            </a:r>
            <a:endParaRPr sz="2900">
              <a:latin typeface="Trebuchet MS"/>
              <a:cs typeface="Trebuchet MS"/>
            </a:endParaRPr>
          </a:p>
          <a:p>
            <a:pPr marL="12700" marR="163195">
              <a:lnSpc>
                <a:spcPct val="116399"/>
              </a:lnSpc>
            </a:pPr>
            <a:r>
              <a:rPr sz="2900" spc="110" dirty="0">
                <a:solidFill>
                  <a:srgbClr val="3B342E"/>
                </a:solidFill>
                <a:latin typeface="Trebuchet MS"/>
                <a:cs typeface="Trebuchet MS"/>
              </a:rPr>
              <a:t>What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14" dirty="0">
                <a:solidFill>
                  <a:srgbClr val="3B342E"/>
                </a:solidFill>
                <a:latin typeface="Trebuchet MS"/>
                <a:cs typeface="Trebuchet MS"/>
              </a:rPr>
              <a:t>is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3B342E"/>
                </a:solidFill>
                <a:latin typeface="Trebuchet MS"/>
                <a:cs typeface="Trebuchet MS"/>
              </a:rPr>
              <a:t>now</a:t>
            </a:r>
            <a:r>
              <a:rPr sz="2900" spc="-1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3B342E"/>
                </a:solidFill>
                <a:latin typeface="Trebuchet MS"/>
                <a:cs typeface="Trebuchet MS"/>
              </a:rPr>
              <a:t>Marikina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70" dirty="0">
                <a:solidFill>
                  <a:srgbClr val="3B342E"/>
                </a:solidFill>
                <a:latin typeface="Trebuchet MS"/>
                <a:cs typeface="Trebuchet MS"/>
              </a:rPr>
              <a:t>was</a:t>
            </a:r>
            <a:r>
              <a:rPr sz="2900" spc="-1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formerly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05" dirty="0">
                <a:solidFill>
                  <a:srgbClr val="3B342E"/>
                </a:solidFill>
                <a:latin typeface="Trebuchet MS"/>
                <a:cs typeface="Trebuchet MS"/>
              </a:rPr>
              <a:t>a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Jesuit</a:t>
            </a:r>
            <a:r>
              <a:rPr sz="2900" spc="-1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65" dirty="0">
                <a:solidFill>
                  <a:srgbClr val="3B342E"/>
                </a:solidFill>
                <a:latin typeface="Trebuchet MS"/>
                <a:cs typeface="Trebuchet MS"/>
              </a:rPr>
              <a:t>hacienda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3B342E"/>
                </a:solidFill>
                <a:latin typeface="Trebuchet MS"/>
                <a:cs typeface="Trebuchet MS"/>
              </a:rPr>
              <a:t>called</a:t>
            </a:r>
            <a:r>
              <a:rPr sz="2900" spc="-1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3B342E"/>
                </a:solidFill>
                <a:latin typeface="Trebuchet MS"/>
                <a:cs typeface="Trebuchet MS"/>
              </a:rPr>
              <a:t>Jesus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65" dirty="0">
                <a:solidFill>
                  <a:srgbClr val="3B342E"/>
                </a:solidFill>
                <a:latin typeface="Trebuchet MS"/>
                <a:cs typeface="Trebuchet MS"/>
              </a:rPr>
              <a:t>de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30" dirty="0">
                <a:solidFill>
                  <a:srgbClr val="3B342E"/>
                </a:solidFill>
                <a:latin typeface="Trebuchet MS"/>
                <a:cs typeface="Trebuchet MS"/>
              </a:rPr>
              <a:t>la </a:t>
            </a:r>
            <a:r>
              <a:rPr sz="2900" spc="105" dirty="0">
                <a:solidFill>
                  <a:srgbClr val="3B342E"/>
                </a:solidFill>
                <a:latin typeface="Trebuchet MS"/>
                <a:cs typeface="Trebuchet MS"/>
              </a:rPr>
              <a:t>Peña</a:t>
            </a:r>
            <a:r>
              <a:rPr sz="2900" spc="-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70" dirty="0">
                <a:solidFill>
                  <a:srgbClr val="3B342E"/>
                </a:solidFill>
                <a:latin typeface="Trebuchet MS"/>
                <a:cs typeface="Trebuchet MS"/>
              </a:rPr>
              <a:t>was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part</a:t>
            </a:r>
            <a:r>
              <a:rPr sz="2900" spc="-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90" dirty="0">
                <a:solidFill>
                  <a:srgbClr val="3B342E"/>
                </a:solidFill>
                <a:latin typeface="Trebuchet MS"/>
                <a:cs typeface="Trebuchet MS"/>
              </a:rPr>
              <a:t>an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60" dirty="0">
                <a:solidFill>
                  <a:srgbClr val="3B342E"/>
                </a:solidFill>
                <a:latin typeface="Trebuchet MS"/>
                <a:cs typeface="Trebuchet MS"/>
              </a:rPr>
              <a:t>old</a:t>
            </a:r>
            <a:r>
              <a:rPr sz="2900" spc="-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barrio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80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2900" spc="-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75" dirty="0">
                <a:solidFill>
                  <a:srgbClr val="3B342E"/>
                </a:solidFill>
                <a:latin typeface="Trebuchet MS"/>
                <a:cs typeface="Trebuchet MS"/>
              </a:rPr>
              <a:t>named</a:t>
            </a:r>
            <a:r>
              <a:rPr sz="2900" spc="-1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3B342E"/>
                </a:solidFill>
                <a:latin typeface="Trebuchet MS"/>
                <a:cs typeface="Trebuchet MS"/>
              </a:rPr>
              <a:t>Maybunga.</a:t>
            </a:r>
            <a:endParaRPr sz="2900">
              <a:latin typeface="Trebuchet MS"/>
              <a:cs typeface="Trebuchet MS"/>
            </a:endParaRPr>
          </a:p>
          <a:p>
            <a:pPr marL="12700" marR="309880">
              <a:lnSpc>
                <a:spcPct val="116399"/>
              </a:lnSpc>
            </a:pP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town’s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3B342E"/>
                </a:solidFill>
                <a:latin typeface="Trebuchet MS"/>
                <a:cs typeface="Trebuchet MS"/>
              </a:rPr>
              <a:t>original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3B342E"/>
                </a:solidFill>
                <a:latin typeface="Trebuchet MS"/>
                <a:cs typeface="Trebuchet MS"/>
              </a:rPr>
              <a:t>patron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70" dirty="0">
                <a:solidFill>
                  <a:srgbClr val="3B342E"/>
                </a:solidFill>
                <a:latin typeface="Trebuchet MS"/>
                <a:cs typeface="Trebuchet MS"/>
              </a:rPr>
              <a:t>was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3B342E"/>
                </a:solidFill>
                <a:latin typeface="Trebuchet MS"/>
                <a:cs typeface="Trebuchet MS"/>
              </a:rPr>
              <a:t>Visitation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70" dirty="0">
                <a:solidFill>
                  <a:srgbClr val="3B342E"/>
                </a:solidFill>
                <a:latin typeface="Trebuchet MS"/>
                <a:cs typeface="Trebuchet MS"/>
              </a:rPr>
              <a:t>Our</a:t>
            </a:r>
            <a:r>
              <a:rPr sz="29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Lady,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3B342E"/>
                </a:solidFill>
                <a:latin typeface="Trebuchet MS"/>
                <a:cs typeface="Trebuchet MS"/>
              </a:rPr>
              <a:t>but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75" dirty="0">
                <a:solidFill>
                  <a:srgbClr val="3B342E"/>
                </a:solidFill>
                <a:latin typeface="Trebuchet MS"/>
                <a:cs typeface="Trebuchet MS"/>
              </a:rPr>
              <a:t>this</a:t>
            </a:r>
            <a:r>
              <a:rPr sz="29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45" dirty="0">
                <a:solidFill>
                  <a:srgbClr val="3B342E"/>
                </a:solidFill>
                <a:latin typeface="Trebuchet MS"/>
                <a:cs typeface="Trebuchet MS"/>
              </a:rPr>
              <a:t>was </a:t>
            </a:r>
            <a:r>
              <a:rPr sz="2900" spc="120" dirty="0">
                <a:solidFill>
                  <a:srgbClr val="3B342E"/>
                </a:solidFill>
                <a:latin typeface="Trebuchet MS"/>
                <a:cs typeface="Trebuchet MS"/>
              </a:rPr>
              <a:t>changed</a:t>
            </a:r>
            <a:r>
              <a:rPr sz="2900" spc="-1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2900" spc="-18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2900" spc="-18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3B342E"/>
                </a:solidFill>
                <a:latin typeface="Trebuchet MS"/>
                <a:cs typeface="Trebuchet MS"/>
              </a:rPr>
              <a:t>Immaculate</a:t>
            </a:r>
            <a:r>
              <a:rPr sz="2900" spc="-1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70" dirty="0">
                <a:solidFill>
                  <a:srgbClr val="3B342E"/>
                </a:solidFill>
                <a:latin typeface="Trebuchet MS"/>
                <a:cs typeface="Trebuchet MS"/>
              </a:rPr>
              <a:t>Conception</a:t>
            </a:r>
            <a:r>
              <a:rPr sz="2900" spc="-18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2900" spc="-18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125" dirty="0">
                <a:solidFill>
                  <a:srgbClr val="3B342E"/>
                </a:solidFill>
                <a:latin typeface="Trebuchet MS"/>
                <a:cs typeface="Trebuchet MS"/>
              </a:rPr>
              <a:t>1587</a:t>
            </a:r>
            <a:r>
              <a:rPr sz="2900" spc="-1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50" dirty="0">
                <a:solidFill>
                  <a:srgbClr val="3B342E"/>
                </a:solidFill>
                <a:latin typeface="Trebuchet MS"/>
                <a:cs typeface="Trebuchet MS"/>
              </a:rPr>
              <a:t>for</a:t>
            </a:r>
            <a:r>
              <a:rPr sz="2900" spc="-18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3B342E"/>
                </a:solidFill>
                <a:latin typeface="Trebuchet MS"/>
                <a:cs typeface="Trebuchet MS"/>
              </a:rPr>
              <a:t>unknown</a:t>
            </a:r>
            <a:r>
              <a:rPr sz="2900" spc="-18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2900" spc="45" dirty="0">
                <a:solidFill>
                  <a:srgbClr val="3B342E"/>
                </a:solidFill>
                <a:latin typeface="Trebuchet MS"/>
                <a:cs typeface="Trebuchet MS"/>
              </a:rPr>
              <a:t>reasons.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620" dirty="0"/>
              <a:t>Tower</a:t>
            </a:r>
            <a:r>
              <a:rPr sz="7000" spc="330" dirty="0"/>
              <a:t> </a:t>
            </a:r>
            <a:r>
              <a:rPr sz="7000" spc="490" dirty="0"/>
              <a:t>Bell</a:t>
            </a:r>
            <a:r>
              <a:rPr sz="7000" spc="335" dirty="0"/>
              <a:t> </a:t>
            </a:r>
            <a:r>
              <a:rPr sz="7000" spc="695" dirty="0"/>
              <a:t>of</a:t>
            </a:r>
            <a:r>
              <a:rPr sz="7000" spc="330" dirty="0"/>
              <a:t> </a:t>
            </a:r>
            <a:r>
              <a:rPr sz="7000" spc="375" dirty="0"/>
              <a:t>Pasig</a:t>
            </a:r>
            <a:r>
              <a:rPr sz="7000" spc="335" dirty="0"/>
              <a:t> </a:t>
            </a:r>
            <a:r>
              <a:rPr sz="7000" spc="705" dirty="0"/>
              <a:t>City</a:t>
            </a:r>
            <a:endParaRPr sz="7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8835" y="4467288"/>
            <a:ext cx="1213040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0" spc="1570" dirty="0">
                <a:solidFill>
                  <a:srgbClr val="F5F1E4"/>
                </a:solidFill>
                <a:latin typeface="Cambria"/>
                <a:cs typeface="Cambria"/>
              </a:rPr>
              <a:t>THE</a:t>
            </a:r>
            <a:r>
              <a:rPr sz="8000" b="0" spc="530" dirty="0">
                <a:solidFill>
                  <a:srgbClr val="F5F1E4"/>
                </a:solidFill>
                <a:latin typeface="Cambria"/>
                <a:cs typeface="Cambria"/>
              </a:rPr>
              <a:t> </a:t>
            </a:r>
            <a:r>
              <a:rPr sz="8000" b="0" spc="1555" dirty="0">
                <a:solidFill>
                  <a:srgbClr val="F5F1E4"/>
                </a:solidFill>
                <a:latin typeface="Cambria"/>
                <a:cs typeface="Cambria"/>
              </a:rPr>
              <a:t>NAME</a:t>
            </a:r>
            <a:r>
              <a:rPr sz="8000" b="0" spc="535" dirty="0">
                <a:solidFill>
                  <a:srgbClr val="F5F1E4"/>
                </a:solidFill>
                <a:latin typeface="Cambria"/>
                <a:cs typeface="Cambria"/>
              </a:rPr>
              <a:t> </a:t>
            </a:r>
            <a:r>
              <a:rPr sz="8000" b="0" spc="1680" dirty="0">
                <a:solidFill>
                  <a:srgbClr val="F5F1E4"/>
                </a:solidFill>
                <a:latin typeface="Cambria"/>
                <a:cs typeface="Cambria"/>
              </a:rPr>
              <a:t>OF</a:t>
            </a:r>
            <a:r>
              <a:rPr sz="8000" b="0" spc="535" dirty="0">
                <a:solidFill>
                  <a:srgbClr val="F5F1E4"/>
                </a:solidFill>
                <a:latin typeface="Cambria"/>
                <a:cs typeface="Cambria"/>
              </a:rPr>
              <a:t> </a:t>
            </a:r>
            <a:r>
              <a:rPr sz="8000" spc="1115" dirty="0">
                <a:solidFill>
                  <a:srgbClr val="F5F1E4"/>
                </a:solidFill>
              </a:rPr>
              <a:t>PASIG</a:t>
            </a:r>
            <a:endParaRPr sz="8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6419" y="790568"/>
            <a:ext cx="13007975" cy="2501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7000" spc="815" dirty="0">
                <a:solidFill>
                  <a:srgbClr val="F5F1E4"/>
                </a:solidFill>
              </a:rPr>
              <a:t>The</a:t>
            </a:r>
            <a:r>
              <a:rPr sz="7000" spc="330" dirty="0">
                <a:solidFill>
                  <a:srgbClr val="F5F1E4"/>
                </a:solidFill>
              </a:rPr>
              <a:t> </a:t>
            </a:r>
            <a:r>
              <a:rPr sz="7000" spc="735" dirty="0">
                <a:solidFill>
                  <a:srgbClr val="F5F1E4"/>
                </a:solidFill>
              </a:rPr>
              <a:t>name</a:t>
            </a:r>
            <a:r>
              <a:rPr sz="7000" spc="330" dirty="0">
                <a:solidFill>
                  <a:srgbClr val="F5F1E4"/>
                </a:solidFill>
              </a:rPr>
              <a:t> </a:t>
            </a:r>
            <a:r>
              <a:rPr sz="7000" spc="695" dirty="0">
                <a:solidFill>
                  <a:srgbClr val="F5F1E4"/>
                </a:solidFill>
              </a:rPr>
              <a:t>of</a:t>
            </a:r>
            <a:r>
              <a:rPr sz="7000" spc="335" dirty="0">
                <a:solidFill>
                  <a:srgbClr val="F5F1E4"/>
                </a:solidFill>
              </a:rPr>
              <a:t> </a:t>
            </a:r>
            <a:r>
              <a:rPr sz="7000" spc="375" dirty="0">
                <a:solidFill>
                  <a:srgbClr val="F5F1E4"/>
                </a:solidFill>
              </a:rPr>
              <a:t>Pasig</a:t>
            </a:r>
            <a:r>
              <a:rPr sz="7000" spc="330" dirty="0">
                <a:solidFill>
                  <a:srgbClr val="F5F1E4"/>
                </a:solidFill>
              </a:rPr>
              <a:t> </a:t>
            </a:r>
            <a:r>
              <a:rPr sz="7000" spc="355" dirty="0">
                <a:solidFill>
                  <a:srgbClr val="F5F1E4"/>
                </a:solidFill>
              </a:rPr>
              <a:t>has</a:t>
            </a:r>
            <a:r>
              <a:rPr sz="7000" spc="335" dirty="0">
                <a:solidFill>
                  <a:srgbClr val="F5F1E4"/>
                </a:solidFill>
              </a:rPr>
              <a:t> </a:t>
            </a:r>
            <a:r>
              <a:rPr sz="7000" spc="515" dirty="0">
                <a:solidFill>
                  <a:srgbClr val="F5F1E4"/>
                </a:solidFill>
              </a:rPr>
              <a:t>been </a:t>
            </a:r>
            <a:r>
              <a:rPr sz="7000" spc="430" dirty="0">
                <a:solidFill>
                  <a:srgbClr val="F5F1E4"/>
                </a:solidFill>
              </a:rPr>
              <a:t>variously</a:t>
            </a:r>
            <a:r>
              <a:rPr sz="7000" spc="340" dirty="0">
                <a:solidFill>
                  <a:srgbClr val="F5F1E4"/>
                </a:solidFill>
              </a:rPr>
              <a:t> </a:t>
            </a:r>
            <a:r>
              <a:rPr sz="7000" spc="350" dirty="0">
                <a:solidFill>
                  <a:srgbClr val="F5F1E4"/>
                </a:solidFill>
              </a:rPr>
              <a:t>spelled.</a:t>
            </a:r>
            <a:endParaRPr sz="7000"/>
          </a:p>
        </p:txBody>
      </p:sp>
      <p:sp>
        <p:nvSpPr>
          <p:cNvPr id="4" name="object 4"/>
          <p:cNvSpPr txBox="1"/>
          <p:nvPr/>
        </p:nvSpPr>
        <p:spPr>
          <a:xfrm>
            <a:off x="1476542" y="3791882"/>
            <a:ext cx="16025494" cy="522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100"/>
              </a:lnSpc>
              <a:spcBef>
                <a:spcPts val="95"/>
              </a:spcBef>
            </a:pPr>
            <a:r>
              <a:rPr sz="4200" spc="60" dirty="0">
                <a:solidFill>
                  <a:srgbClr val="F5F1E4"/>
                </a:solidFill>
                <a:latin typeface="Trebuchet MS"/>
                <a:cs typeface="Trebuchet MS"/>
              </a:rPr>
              <a:t>In</a:t>
            </a:r>
            <a:r>
              <a:rPr sz="4200" spc="4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6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200" spc="4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160" dirty="0">
                <a:solidFill>
                  <a:srgbClr val="F5F1E4"/>
                </a:solidFill>
                <a:latin typeface="Trebuchet MS"/>
                <a:cs typeface="Trebuchet MS"/>
              </a:rPr>
              <a:t>Chapters</a:t>
            </a:r>
            <a:r>
              <a:rPr sz="4200" spc="4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120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4200" spc="4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6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200" spc="4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185" dirty="0">
                <a:solidFill>
                  <a:srgbClr val="F5F1E4"/>
                </a:solidFill>
                <a:latin typeface="Trebuchet MS"/>
                <a:cs typeface="Trebuchet MS"/>
              </a:rPr>
              <a:t>Augustinians</a:t>
            </a:r>
            <a:r>
              <a:rPr sz="4200" spc="4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120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4200" spc="4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190" dirty="0">
                <a:solidFill>
                  <a:srgbClr val="F5F1E4"/>
                </a:solidFill>
                <a:latin typeface="Trebuchet MS"/>
                <a:cs typeface="Trebuchet MS"/>
              </a:rPr>
              <a:t>1575</a:t>
            </a:r>
            <a:r>
              <a:rPr sz="4200" spc="4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135" dirty="0">
                <a:solidFill>
                  <a:srgbClr val="F5F1E4"/>
                </a:solidFill>
                <a:latin typeface="Trebuchet MS"/>
                <a:cs typeface="Trebuchet MS"/>
              </a:rPr>
              <a:t>and</a:t>
            </a:r>
            <a:r>
              <a:rPr sz="4200" spc="484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55" dirty="0">
                <a:solidFill>
                  <a:srgbClr val="F5F1E4"/>
                </a:solidFill>
                <a:latin typeface="Trebuchet MS"/>
                <a:cs typeface="Trebuchet MS"/>
              </a:rPr>
              <a:t>1580,</a:t>
            </a:r>
            <a:r>
              <a:rPr sz="4200" spc="4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dirty="0">
                <a:solidFill>
                  <a:srgbClr val="F5F1E4"/>
                </a:solidFill>
                <a:latin typeface="Trebuchet MS"/>
                <a:cs typeface="Trebuchet MS"/>
              </a:rPr>
              <a:t>it</a:t>
            </a:r>
            <a:r>
              <a:rPr sz="4200" spc="4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225" dirty="0">
                <a:solidFill>
                  <a:srgbClr val="F5F1E4"/>
                </a:solidFill>
                <a:latin typeface="Trebuchet MS"/>
                <a:cs typeface="Trebuchet MS"/>
              </a:rPr>
              <a:t>was </a:t>
            </a:r>
            <a:r>
              <a:rPr sz="4200" spc="55" dirty="0">
                <a:solidFill>
                  <a:srgbClr val="F5F1E4"/>
                </a:solidFill>
                <a:latin typeface="Trebuchet MS"/>
                <a:cs typeface="Trebuchet MS"/>
              </a:rPr>
              <a:t>referred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5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295" dirty="0">
                <a:solidFill>
                  <a:srgbClr val="F5F1E4"/>
                </a:solidFill>
                <a:latin typeface="Trebuchet MS"/>
                <a:cs typeface="Trebuchet MS"/>
              </a:rPr>
              <a:t>as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275" dirty="0">
                <a:solidFill>
                  <a:srgbClr val="F5F1E4"/>
                </a:solidFill>
                <a:latin typeface="Trebuchet MS"/>
                <a:cs typeface="Trebuchet MS"/>
              </a:rPr>
              <a:t>"Pasi"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dirty="0">
                <a:solidFill>
                  <a:srgbClr val="F5F1E4"/>
                </a:solidFill>
                <a:latin typeface="Trebuchet MS"/>
                <a:cs typeface="Trebuchet MS"/>
              </a:rPr>
              <a:t>in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70" dirty="0">
                <a:solidFill>
                  <a:srgbClr val="F5F1E4"/>
                </a:solidFill>
                <a:latin typeface="Trebuchet MS"/>
                <a:cs typeface="Trebuchet MS"/>
              </a:rPr>
              <a:t>1584,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260" dirty="0">
                <a:solidFill>
                  <a:srgbClr val="F5F1E4"/>
                </a:solidFill>
                <a:latin typeface="Trebuchet MS"/>
                <a:cs typeface="Trebuchet MS"/>
              </a:rPr>
              <a:t>"Pasic"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dirty="0">
                <a:solidFill>
                  <a:srgbClr val="F5F1E4"/>
                </a:solidFill>
                <a:latin typeface="Trebuchet MS"/>
                <a:cs typeface="Trebuchet MS"/>
              </a:rPr>
              <a:t>in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50" dirty="0">
                <a:solidFill>
                  <a:srgbClr val="F5F1E4"/>
                </a:solidFill>
                <a:latin typeface="Trebuchet MS"/>
                <a:cs typeface="Trebuchet MS"/>
              </a:rPr>
              <a:t>1587,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275" dirty="0">
                <a:solidFill>
                  <a:srgbClr val="F5F1E4"/>
                </a:solidFill>
                <a:latin typeface="Trebuchet MS"/>
                <a:cs typeface="Trebuchet MS"/>
              </a:rPr>
              <a:t>"Pasi"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dirty="0">
                <a:solidFill>
                  <a:srgbClr val="F5F1E4"/>
                </a:solidFill>
                <a:latin typeface="Trebuchet MS"/>
                <a:cs typeface="Trebuchet MS"/>
              </a:rPr>
              <a:t>in</a:t>
            </a:r>
            <a:r>
              <a:rPr sz="42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35" dirty="0">
                <a:solidFill>
                  <a:srgbClr val="F5F1E4"/>
                </a:solidFill>
                <a:latin typeface="Trebuchet MS"/>
                <a:cs typeface="Trebuchet MS"/>
              </a:rPr>
              <a:t>1593, </a:t>
            </a:r>
            <a:r>
              <a:rPr sz="4200" spc="300" dirty="0">
                <a:solidFill>
                  <a:srgbClr val="F5F1E4"/>
                </a:solidFill>
                <a:latin typeface="Trebuchet MS"/>
                <a:cs typeface="Trebuchet MS"/>
              </a:rPr>
              <a:t>"Passi"</a:t>
            </a:r>
            <a:r>
              <a:rPr sz="4200" spc="-2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dirty="0">
                <a:solidFill>
                  <a:srgbClr val="F5F1E4"/>
                </a:solidFill>
                <a:latin typeface="Trebuchet MS"/>
                <a:cs typeface="Trebuchet MS"/>
              </a:rPr>
              <a:t>or</a:t>
            </a:r>
            <a:r>
              <a:rPr sz="4200" spc="-2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285" dirty="0">
                <a:solidFill>
                  <a:srgbClr val="F5F1E4"/>
                </a:solidFill>
                <a:latin typeface="Trebuchet MS"/>
                <a:cs typeface="Trebuchet MS"/>
              </a:rPr>
              <a:t>"Passic"</a:t>
            </a:r>
            <a:r>
              <a:rPr sz="4200" spc="-2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135" dirty="0">
                <a:solidFill>
                  <a:srgbClr val="F5F1E4"/>
                </a:solidFill>
                <a:latin typeface="Trebuchet MS"/>
                <a:cs typeface="Trebuchet MS"/>
              </a:rPr>
              <a:t>and</a:t>
            </a:r>
            <a:r>
              <a:rPr sz="4200" spc="-2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-10" dirty="0">
                <a:solidFill>
                  <a:srgbClr val="F5F1E4"/>
                </a:solidFill>
                <a:latin typeface="Trebuchet MS"/>
                <a:cs typeface="Trebuchet MS"/>
              </a:rPr>
              <a:t>finally,</a:t>
            </a:r>
            <a:r>
              <a:rPr sz="4200" spc="-2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dirty="0">
                <a:solidFill>
                  <a:srgbClr val="F5F1E4"/>
                </a:solidFill>
                <a:latin typeface="Trebuchet MS"/>
                <a:cs typeface="Trebuchet MS"/>
              </a:rPr>
              <a:t>in</a:t>
            </a:r>
            <a:r>
              <a:rPr sz="4200" spc="-2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50" dirty="0">
                <a:solidFill>
                  <a:srgbClr val="F5F1E4"/>
                </a:solidFill>
                <a:latin typeface="Trebuchet MS"/>
                <a:cs typeface="Trebuchet MS"/>
              </a:rPr>
              <a:t>1596,</a:t>
            </a:r>
            <a:r>
              <a:rPr sz="4200" spc="-2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180" dirty="0">
                <a:solidFill>
                  <a:srgbClr val="F5F1E4"/>
                </a:solidFill>
                <a:latin typeface="Trebuchet MS"/>
                <a:cs typeface="Trebuchet MS"/>
              </a:rPr>
              <a:t>"Pasig."</a:t>
            </a:r>
            <a:endParaRPr sz="4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4200">
              <a:latin typeface="Trebuchet MS"/>
              <a:cs typeface="Trebuchet MS"/>
            </a:endParaRPr>
          </a:p>
          <a:p>
            <a:pPr marL="12700" marR="5080" algn="just">
              <a:lnSpc>
                <a:spcPct val="116100"/>
              </a:lnSpc>
            </a:pPr>
            <a:r>
              <a:rPr sz="4200" spc="145" dirty="0">
                <a:solidFill>
                  <a:srgbClr val="F5F1E4"/>
                </a:solidFill>
                <a:latin typeface="Trebuchet MS"/>
                <a:cs typeface="Trebuchet MS"/>
              </a:rPr>
              <a:t>These</a:t>
            </a:r>
            <a:r>
              <a:rPr sz="42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75" dirty="0">
                <a:solidFill>
                  <a:srgbClr val="F5F1E4"/>
                </a:solidFill>
                <a:latin typeface="Trebuchet MS"/>
                <a:cs typeface="Trebuchet MS"/>
              </a:rPr>
              <a:t>variations</a:t>
            </a:r>
            <a:r>
              <a:rPr sz="42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100" dirty="0">
                <a:solidFill>
                  <a:srgbClr val="F5F1E4"/>
                </a:solidFill>
                <a:latin typeface="Trebuchet MS"/>
                <a:cs typeface="Trebuchet MS"/>
              </a:rPr>
              <a:t>could</a:t>
            </a:r>
            <a:r>
              <a:rPr sz="42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90" dirty="0">
                <a:solidFill>
                  <a:srgbClr val="F5F1E4"/>
                </a:solidFill>
                <a:latin typeface="Trebuchet MS"/>
                <a:cs typeface="Trebuchet MS"/>
              </a:rPr>
              <a:t>have</a:t>
            </a:r>
            <a:r>
              <a:rPr sz="42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105" dirty="0">
                <a:solidFill>
                  <a:srgbClr val="F5F1E4"/>
                </a:solidFill>
                <a:latin typeface="Trebuchet MS"/>
                <a:cs typeface="Trebuchet MS"/>
              </a:rPr>
              <a:t>arisen</a:t>
            </a:r>
            <a:r>
              <a:rPr sz="42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90" dirty="0">
                <a:solidFill>
                  <a:srgbClr val="F5F1E4"/>
                </a:solidFill>
                <a:latin typeface="Trebuchet MS"/>
                <a:cs typeface="Trebuchet MS"/>
              </a:rPr>
              <a:t>from</a:t>
            </a:r>
            <a:r>
              <a:rPr sz="42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spc="6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2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b="1" dirty="0">
                <a:solidFill>
                  <a:srgbClr val="F5F1E4"/>
                </a:solidFill>
                <a:latin typeface="Trebuchet MS"/>
                <a:cs typeface="Trebuchet MS"/>
              </a:rPr>
              <a:t>inability</a:t>
            </a:r>
            <a:r>
              <a:rPr sz="4200" b="1" spc="5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b="1" spc="60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4200" b="1" spc="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200" b="1" spc="45" dirty="0">
                <a:solidFill>
                  <a:srgbClr val="F5F1E4"/>
                </a:solidFill>
                <a:latin typeface="Trebuchet MS"/>
                <a:cs typeface="Trebuchet MS"/>
              </a:rPr>
              <a:t>foreign </a:t>
            </a:r>
            <a:r>
              <a:rPr sz="4200" b="1" spc="130" dirty="0">
                <a:solidFill>
                  <a:srgbClr val="F5F1E4"/>
                </a:solidFill>
                <a:latin typeface="Trebuchet MS"/>
                <a:cs typeface="Trebuchet MS"/>
              </a:rPr>
              <a:t>tongues</a:t>
            </a:r>
            <a:r>
              <a:rPr sz="4200" b="1" spc="14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200" b="1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4200" b="1" spc="15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200" b="1" dirty="0">
                <a:solidFill>
                  <a:srgbClr val="F5F1E4"/>
                </a:solidFill>
                <a:latin typeface="Trebuchet MS"/>
                <a:cs typeface="Trebuchet MS"/>
              </a:rPr>
              <a:t>pronounce</a:t>
            </a:r>
            <a:r>
              <a:rPr sz="4200" b="1" spc="14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200" b="1" dirty="0">
                <a:solidFill>
                  <a:srgbClr val="F5F1E4"/>
                </a:solidFill>
                <a:latin typeface="Trebuchet MS"/>
                <a:cs typeface="Trebuchet MS"/>
              </a:rPr>
              <a:t>with</a:t>
            </a:r>
            <a:r>
              <a:rPr sz="4200" b="1" spc="15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200" b="1" spc="110" dirty="0">
                <a:solidFill>
                  <a:srgbClr val="F5F1E4"/>
                </a:solidFill>
                <a:latin typeface="Trebuchet MS"/>
                <a:cs typeface="Trebuchet MS"/>
              </a:rPr>
              <a:t>ease</a:t>
            </a:r>
            <a:r>
              <a:rPr sz="4200" b="1" spc="18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200" spc="6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200" spc="18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200" spc="220" dirty="0">
                <a:solidFill>
                  <a:srgbClr val="F5F1E4"/>
                </a:solidFill>
                <a:latin typeface="Trebuchet MS"/>
                <a:cs typeface="Trebuchet MS"/>
              </a:rPr>
              <a:t>sounds</a:t>
            </a:r>
            <a:r>
              <a:rPr sz="4200" spc="18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200" spc="120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4200" spc="18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200" spc="6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200" spc="18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200" spc="65" dirty="0">
                <a:solidFill>
                  <a:srgbClr val="F5F1E4"/>
                </a:solidFill>
                <a:latin typeface="Trebuchet MS"/>
                <a:cs typeface="Trebuchet MS"/>
              </a:rPr>
              <a:t>local </a:t>
            </a:r>
            <a:r>
              <a:rPr sz="4200" spc="125" dirty="0">
                <a:solidFill>
                  <a:srgbClr val="F5F1E4"/>
                </a:solidFill>
                <a:latin typeface="Trebuchet MS"/>
                <a:cs typeface="Trebuchet MS"/>
              </a:rPr>
              <a:t>languages.</a:t>
            </a:r>
            <a:endParaRPr sz="4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670" dirty="0">
                <a:solidFill>
                  <a:srgbClr val="F5F1E4"/>
                </a:solidFill>
              </a:rPr>
              <a:t>Origin</a:t>
            </a:r>
            <a:r>
              <a:rPr sz="7000" spc="325" dirty="0">
                <a:solidFill>
                  <a:srgbClr val="F5F1E4"/>
                </a:solidFill>
              </a:rPr>
              <a:t> </a:t>
            </a:r>
            <a:r>
              <a:rPr sz="7000" spc="695" dirty="0">
                <a:solidFill>
                  <a:srgbClr val="F5F1E4"/>
                </a:solidFill>
              </a:rPr>
              <a:t>of</a:t>
            </a:r>
            <a:r>
              <a:rPr sz="7000" spc="330" dirty="0">
                <a:solidFill>
                  <a:srgbClr val="F5F1E4"/>
                </a:solidFill>
              </a:rPr>
              <a:t> </a:t>
            </a:r>
            <a:r>
              <a:rPr sz="7000" spc="415" dirty="0">
                <a:solidFill>
                  <a:srgbClr val="F5F1E4"/>
                </a:solidFill>
              </a:rPr>
              <a:t>the</a:t>
            </a:r>
            <a:r>
              <a:rPr sz="7000" spc="330" dirty="0">
                <a:solidFill>
                  <a:srgbClr val="F5F1E4"/>
                </a:solidFill>
              </a:rPr>
              <a:t> </a:t>
            </a:r>
            <a:r>
              <a:rPr sz="7000" spc="735" dirty="0">
                <a:solidFill>
                  <a:srgbClr val="F5F1E4"/>
                </a:solidFill>
              </a:rPr>
              <a:t>name</a:t>
            </a:r>
            <a:r>
              <a:rPr sz="7000" spc="330" dirty="0">
                <a:solidFill>
                  <a:srgbClr val="F5F1E4"/>
                </a:solidFill>
              </a:rPr>
              <a:t> </a:t>
            </a:r>
            <a:r>
              <a:rPr sz="7000" spc="190" dirty="0">
                <a:solidFill>
                  <a:srgbClr val="F5F1E4"/>
                </a:solidFill>
              </a:rPr>
              <a:t>"Pasig."</a:t>
            </a:r>
            <a:endParaRPr sz="7000"/>
          </a:p>
        </p:txBody>
      </p:sp>
      <p:sp>
        <p:nvSpPr>
          <p:cNvPr id="4" name="object 4"/>
          <p:cNvSpPr txBox="1"/>
          <p:nvPr/>
        </p:nvSpPr>
        <p:spPr>
          <a:xfrm>
            <a:off x="1016000" y="2437129"/>
            <a:ext cx="16256635" cy="595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900"/>
              </a:lnSpc>
              <a:spcBef>
                <a:spcPts val="100"/>
              </a:spcBef>
            </a:pPr>
            <a:r>
              <a:rPr sz="4800" b="1" i="1" dirty="0">
                <a:solidFill>
                  <a:srgbClr val="F5F1E4"/>
                </a:solidFill>
                <a:latin typeface="Trebuchet MS"/>
                <a:cs typeface="Trebuchet MS"/>
              </a:rPr>
              <a:t>Rizal</a:t>
            </a:r>
            <a:r>
              <a:rPr sz="4800" b="1" i="1" spc="10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b="1" i="1" dirty="0">
                <a:solidFill>
                  <a:srgbClr val="F5F1E4"/>
                </a:solidFill>
                <a:latin typeface="Trebuchet MS"/>
                <a:cs typeface="Trebuchet MS"/>
              </a:rPr>
              <a:t>mentions</a:t>
            </a:r>
            <a:r>
              <a:rPr sz="4800" b="1" i="1" spc="10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b="1" i="1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b="1" i="1" spc="10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b="1" i="1" dirty="0">
                <a:solidFill>
                  <a:srgbClr val="F5F1E4"/>
                </a:solidFill>
                <a:latin typeface="Trebuchet MS"/>
                <a:cs typeface="Trebuchet MS"/>
              </a:rPr>
              <a:t>story</a:t>
            </a:r>
            <a:r>
              <a:rPr sz="4800" b="1" i="1" spc="10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b="1" i="1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4800" b="1" i="1" spc="10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b="1" i="1" dirty="0">
                <a:solidFill>
                  <a:srgbClr val="F5F1E4"/>
                </a:solidFill>
                <a:latin typeface="Trebuchet MS"/>
                <a:cs typeface="Trebuchet MS"/>
              </a:rPr>
              <a:t>Paz</a:t>
            </a:r>
            <a:r>
              <a:rPr sz="4800" b="1" i="1" spc="10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b="1" i="1" dirty="0">
                <a:solidFill>
                  <a:srgbClr val="F5F1E4"/>
                </a:solidFill>
                <a:latin typeface="Trebuchet MS"/>
                <a:cs typeface="Trebuchet MS"/>
              </a:rPr>
              <a:t>and</a:t>
            </a:r>
            <a:r>
              <a:rPr sz="4800" b="1" i="1" spc="10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b="1" i="1" dirty="0">
                <a:solidFill>
                  <a:srgbClr val="F5F1E4"/>
                </a:solidFill>
                <a:latin typeface="Trebuchet MS"/>
                <a:cs typeface="Trebuchet MS"/>
              </a:rPr>
              <a:t>Virgilio</a:t>
            </a:r>
            <a:r>
              <a:rPr sz="4800" b="1" i="1" spc="14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spc="210" dirty="0">
                <a:solidFill>
                  <a:srgbClr val="F5F1E4"/>
                </a:solidFill>
                <a:latin typeface="Trebuchet MS"/>
                <a:cs typeface="Trebuchet MS"/>
              </a:rPr>
              <a:t>going </a:t>
            </a:r>
            <a:r>
              <a:rPr sz="4800" spc="145" dirty="0">
                <a:solidFill>
                  <a:srgbClr val="F5F1E4"/>
                </a:solidFill>
                <a:latin typeface="Trebuchet MS"/>
                <a:cs typeface="Trebuchet MS"/>
              </a:rPr>
              <a:t>boating</a:t>
            </a:r>
            <a:r>
              <a:rPr sz="4800" spc="5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one</a:t>
            </a:r>
            <a:r>
              <a:rPr sz="4800" spc="5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25" dirty="0">
                <a:solidFill>
                  <a:srgbClr val="F5F1E4"/>
                </a:solidFill>
                <a:latin typeface="Trebuchet MS"/>
                <a:cs typeface="Trebuchet MS"/>
              </a:rPr>
              <a:t>evening</a:t>
            </a:r>
            <a:r>
              <a:rPr sz="4800" spc="5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in</a:t>
            </a:r>
            <a:r>
              <a:rPr sz="4800" spc="5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5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river</a:t>
            </a:r>
            <a:r>
              <a:rPr sz="4800" spc="5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25" dirty="0">
                <a:solidFill>
                  <a:srgbClr val="F5F1E4"/>
                </a:solidFill>
                <a:latin typeface="Trebuchet MS"/>
                <a:cs typeface="Trebuchet MS"/>
              </a:rPr>
              <a:t>when</a:t>
            </a:r>
            <a:r>
              <a:rPr sz="4800" spc="5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their</a:t>
            </a:r>
            <a:r>
              <a:rPr sz="4800" spc="5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frail</a:t>
            </a:r>
            <a:r>
              <a:rPr sz="4800" spc="5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35" dirty="0">
                <a:solidFill>
                  <a:srgbClr val="F5F1E4"/>
                </a:solidFill>
                <a:latin typeface="Trebuchet MS"/>
                <a:cs typeface="Trebuchet MS"/>
              </a:rPr>
              <a:t>banca </a:t>
            </a:r>
            <a:r>
              <a:rPr sz="4800" spc="145" dirty="0">
                <a:solidFill>
                  <a:srgbClr val="F5F1E4"/>
                </a:solidFill>
                <a:latin typeface="Trebuchet MS"/>
                <a:cs typeface="Trebuchet MS"/>
              </a:rPr>
              <a:t>capsized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55" dirty="0">
                <a:solidFill>
                  <a:srgbClr val="F5F1E4"/>
                </a:solidFill>
                <a:latin typeface="Trebuchet MS"/>
                <a:cs typeface="Trebuchet MS"/>
              </a:rPr>
              <a:t>and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Virgilio,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75" dirty="0">
                <a:solidFill>
                  <a:srgbClr val="F5F1E4"/>
                </a:solidFill>
                <a:latin typeface="Trebuchet MS"/>
                <a:cs typeface="Trebuchet MS"/>
              </a:rPr>
              <a:t>a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95" dirty="0">
                <a:solidFill>
                  <a:srgbClr val="F5F1E4"/>
                </a:solidFill>
                <a:latin typeface="Trebuchet MS"/>
                <a:cs typeface="Trebuchet MS"/>
              </a:rPr>
              <a:t>Spaniard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35" dirty="0">
                <a:solidFill>
                  <a:srgbClr val="F5F1E4"/>
                </a:solidFill>
                <a:latin typeface="Trebuchet MS"/>
                <a:cs typeface="Trebuchet MS"/>
              </a:rPr>
              <a:t>who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65" dirty="0">
                <a:solidFill>
                  <a:srgbClr val="F5F1E4"/>
                </a:solidFill>
                <a:latin typeface="Trebuchet MS"/>
                <a:cs typeface="Trebuchet MS"/>
              </a:rPr>
              <a:t>did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80" dirty="0">
                <a:solidFill>
                  <a:srgbClr val="F5F1E4"/>
                </a:solidFill>
                <a:latin typeface="Trebuchet MS"/>
                <a:cs typeface="Trebuchet MS"/>
              </a:rPr>
              <a:t>not</a:t>
            </a:r>
            <a:r>
              <a:rPr sz="4800" spc="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know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85" dirty="0">
                <a:solidFill>
                  <a:srgbClr val="F5F1E4"/>
                </a:solidFill>
                <a:latin typeface="Trebuchet MS"/>
                <a:cs typeface="Trebuchet MS"/>
              </a:rPr>
              <a:t>how </a:t>
            </a:r>
            <a:r>
              <a:rPr sz="4800" spc="6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4800" spc="-3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swim,</a:t>
            </a:r>
            <a:r>
              <a:rPr sz="4800" spc="-36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45" dirty="0">
                <a:solidFill>
                  <a:srgbClr val="F5F1E4"/>
                </a:solidFill>
                <a:latin typeface="Trebuchet MS"/>
                <a:cs typeface="Trebuchet MS"/>
              </a:rPr>
              <a:t>gasped,</a:t>
            </a:r>
            <a:r>
              <a:rPr sz="4800" spc="-3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80" dirty="0">
                <a:solidFill>
                  <a:srgbClr val="F5F1E4"/>
                </a:solidFill>
                <a:latin typeface="Trebuchet MS"/>
                <a:cs typeface="Trebuchet MS"/>
              </a:rPr>
              <a:t>"Paz,</a:t>
            </a:r>
            <a:r>
              <a:rPr sz="4800" spc="-1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sigue</a:t>
            </a:r>
            <a:r>
              <a:rPr sz="4800" spc="-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14" dirty="0">
                <a:solidFill>
                  <a:srgbClr val="F5F1E4"/>
                </a:solidFill>
                <a:latin typeface="Trebuchet MS"/>
                <a:cs typeface="Trebuchet MS"/>
              </a:rPr>
              <a:t>me</a:t>
            </a:r>
            <a:r>
              <a:rPr sz="48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-10" dirty="0">
                <a:solidFill>
                  <a:srgbClr val="F5F1E4"/>
                </a:solidFill>
                <a:latin typeface="Trebuchet MS"/>
                <a:cs typeface="Trebuchet MS"/>
              </a:rPr>
              <a:t>(fol-</a:t>
            </a:r>
            <a:r>
              <a:rPr sz="4800" spc="95" dirty="0">
                <a:solidFill>
                  <a:srgbClr val="F5F1E4"/>
                </a:solidFill>
                <a:latin typeface="Trebuchet MS"/>
                <a:cs typeface="Trebuchet MS"/>
              </a:rPr>
              <a:t>low</a:t>
            </a:r>
            <a:r>
              <a:rPr sz="4800" spc="-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me)</a:t>
            </a:r>
            <a:r>
              <a:rPr sz="48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-969" dirty="0">
                <a:solidFill>
                  <a:srgbClr val="F5F1E4"/>
                </a:solidFill>
                <a:latin typeface="Trebuchet MS"/>
                <a:cs typeface="Trebuchet MS"/>
              </a:rPr>
              <a:t>...</a:t>
            </a:r>
            <a:r>
              <a:rPr sz="4800" spc="6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Paz,</a:t>
            </a:r>
            <a:r>
              <a:rPr sz="48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85" dirty="0">
                <a:solidFill>
                  <a:srgbClr val="F5F1E4"/>
                </a:solidFill>
                <a:latin typeface="Trebuchet MS"/>
                <a:cs typeface="Trebuchet MS"/>
              </a:rPr>
              <a:t>sigue </a:t>
            </a:r>
            <a:r>
              <a:rPr sz="4800" spc="-365" dirty="0">
                <a:solidFill>
                  <a:srgbClr val="F5F1E4"/>
                </a:solidFill>
                <a:latin typeface="Trebuchet MS"/>
                <a:cs typeface="Trebuchet MS"/>
              </a:rPr>
              <a:t>me...</a:t>
            </a:r>
            <a:r>
              <a:rPr sz="4800" spc="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until,</a:t>
            </a:r>
            <a:r>
              <a:rPr sz="4800" spc="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10" dirty="0">
                <a:solidFill>
                  <a:srgbClr val="F5F1E4"/>
                </a:solidFill>
                <a:latin typeface="Trebuchet MS"/>
                <a:cs typeface="Trebuchet MS"/>
              </a:rPr>
              <a:t>unable</a:t>
            </a:r>
            <a:r>
              <a:rPr sz="4800" spc="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6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4800" spc="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10" dirty="0">
                <a:solidFill>
                  <a:srgbClr val="F5F1E4"/>
                </a:solidFill>
                <a:latin typeface="Trebuchet MS"/>
                <a:cs typeface="Trebuchet MS"/>
              </a:rPr>
              <a:t>finish</a:t>
            </a:r>
            <a:r>
              <a:rPr sz="4800" spc="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50" dirty="0">
                <a:solidFill>
                  <a:srgbClr val="F5F1E4"/>
                </a:solidFill>
                <a:latin typeface="Trebuchet MS"/>
                <a:cs typeface="Trebuchet MS"/>
              </a:rPr>
              <a:t>sentence</a:t>
            </a:r>
            <a:r>
              <a:rPr sz="4800" spc="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340" dirty="0">
                <a:solidFill>
                  <a:srgbClr val="F5F1E4"/>
                </a:solidFill>
                <a:latin typeface="Trebuchet MS"/>
                <a:cs typeface="Trebuchet MS"/>
              </a:rPr>
              <a:t>as</a:t>
            </a:r>
            <a:r>
              <a:rPr sz="4800" spc="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he</a:t>
            </a:r>
            <a:r>
              <a:rPr sz="4800" spc="19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began</a:t>
            </a:r>
            <a:r>
              <a:rPr sz="4800" spc="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35" dirty="0">
                <a:solidFill>
                  <a:srgbClr val="F5F1E4"/>
                </a:solidFill>
                <a:latin typeface="Trebuchet MS"/>
                <a:cs typeface="Trebuchet MS"/>
              </a:rPr>
              <a:t>to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sink,</a:t>
            </a:r>
            <a:r>
              <a:rPr sz="4800" spc="9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he  </a:t>
            </a:r>
            <a:r>
              <a:rPr sz="4800" spc="80" dirty="0">
                <a:solidFill>
                  <a:srgbClr val="F5F1E4"/>
                </a:solidFill>
                <a:latin typeface="Trebuchet MS"/>
                <a:cs typeface="Trebuchet MS"/>
              </a:rPr>
              <a:t>Virgilio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spc="145" dirty="0">
                <a:solidFill>
                  <a:srgbClr val="F5F1E4"/>
                </a:solidFill>
                <a:latin typeface="Trebuchet MS"/>
                <a:cs typeface="Trebuchet MS"/>
              </a:rPr>
              <a:t>gasped,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“Paz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sig...”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spc="85" dirty="0">
                <a:solidFill>
                  <a:srgbClr val="F5F1E4"/>
                </a:solidFill>
                <a:latin typeface="Trebuchet MS"/>
                <a:cs typeface="Trebuchet MS"/>
              </a:rPr>
              <a:t>still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spc="140" dirty="0">
                <a:solidFill>
                  <a:srgbClr val="F5F1E4"/>
                </a:solidFill>
                <a:latin typeface="Trebuchet MS"/>
                <a:cs typeface="Trebuchet MS"/>
              </a:rPr>
              <a:t>calling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4800" spc="114" dirty="0">
                <a:solidFill>
                  <a:srgbClr val="F5F1E4"/>
                </a:solidFill>
                <a:latin typeface="Trebuchet MS"/>
                <a:cs typeface="Trebuchet MS"/>
              </a:rPr>
              <a:t>his </a:t>
            </a:r>
            <a:r>
              <a:rPr sz="4800" spc="90" dirty="0">
                <a:solidFill>
                  <a:srgbClr val="F5F1E4"/>
                </a:solidFill>
                <a:latin typeface="Trebuchet MS"/>
                <a:cs typeface="Trebuchet MS"/>
              </a:rPr>
              <a:t>beloved</a:t>
            </a:r>
            <a:r>
              <a:rPr sz="4800" spc="-3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in</a:t>
            </a:r>
            <a:r>
              <a:rPr sz="4800" spc="-3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-3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35" dirty="0">
                <a:solidFill>
                  <a:srgbClr val="F5F1E4"/>
                </a:solidFill>
                <a:latin typeface="Trebuchet MS"/>
                <a:cs typeface="Trebuchet MS"/>
              </a:rPr>
              <a:t>throes</a:t>
            </a:r>
            <a:r>
              <a:rPr sz="4800" spc="-3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30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4800" spc="-3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-10" dirty="0">
                <a:solidFill>
                  <a:srgbClr val="F5F1E4"/>
                </a:solidFill>
                <a:latin typeface="Trebuchet MS"/>
                <a:cs typeface="Trebuchet MS"/>
              </a:rPr>
              <a:t>death.</a:t>
            </a:r>
            <a:endParaRPr sz="4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546131"/>
            <a:ext cx="779780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575" dirty="0">
                <a:solidFill>
                  <a:srgbClr val="F5F1E4"/>
                </a:solidFill>
              </a:rPr>
              <a:t>Another</a:t>
            </a:r>
            <a:r>
              <a:rPr sz="7000" spc="325" dirty="0">
                <a:solidFill>
                  <a:srgbClr val="F5F1E4"/>
                </a:solidFill>
              </a:rPr>
              <a:t> </a:t>
            </a:r>
            <a:r>
              <a:rPr sz="7000" spc="495" dirty="0">
                <a:solidFill>
                  <a:srgbClr val="F5F1E4"/>
                </a:solidFill>
              </a:rPr>
              <a:t>Version</a:t>
            </a:r>
            <a:endParaRPr sz="7000"/>
          </a:p>
        </p:txBody>
      </p:sp>
      <p:sp>
        <p:nvSpPr>
          <p:cNvPr id="4" name="object 4"/>
          <p:cNvSpPr txBox="1"/>
          <p:nvPr/>
        </p:nvSpPr>
        <p:spPr>
          <a:xfrm>
            <a:off x="1016000" y="2016760"/>
            <a:ext cx="16256635" cy="7654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900"/>
              </a:lnSpc>
              <a:spcBef>
                <a:spcPts val="100"/>
              </a:spcBef>
            </a:pPr>
            <a:r>
              <a:rPr sz="4800" spc="565" dirty="0">
                <a:solidFill>
                  <a:srgbClr val="F5F1E4"/>
                </a:solidFill>
                <a:latin typeface="Trebuchet MS"/>
                <a:cs typeface="Trebuchet MS"/>
              </a:rPr>
              <a:t>A</a:t>
            </a:r>
            <a:r>
              <a:rPr sz="48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80" dirty="0">
                <a:solidFill>
                  <a:srgbClr val="F5F1E4"/>
                </a:solidFill>
                <a:latin typeface="Trebuchet MS"/>
                <a:cs typeface="Trebuchet MS"/>
              </a:rPr>
              <a:t>slight</a:t>
            </a:r>
            <a:r>
              <a:rPr sz="48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variation</a:t>
            </a:r>
            <a:r>
              <a:rPr sz="4800" spc="-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30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48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30" dirty="0">
                <a:solidFill>
                  <a:srgbClr val="F5F1E4"/>
                </a:solidFill>
                <a:latin typeface="Trebuchet MS"/>
                <a:cs typeface="Trebuchet MS"/>
              </a:rPr>
              <a:t>this</a:t>
            </a:r>
            <a:r>
              <a:rPr sz="48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legend</a:t>
            </a:r>
            <a:r>
              <a:rPr sz="4800" spc="-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254" dirty="0">
                <a:solidFill>
                  <a:srgbClr val="F5F1E4"/>
                </a:solidFill>
                <a:latin typeface="Trebuchet MS"/>
                <a:cs typeface="Trebuchet MS"/>
              </a:rPr>
              <a:t>changes</a:t>
            </a:r>
            <a:r>
              <a:rPr sz="48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35" dirty="0">
                <a:solidFill>
                  <a:srgbClr val="F5F1E4"/>
                </a:solidFill>
                <a:latin typeface="Trebuchet MS"/>
                <a:cs typeface="Trebuchet MS"/>
              </a:rPr>
              <a:t>name</a:t>
            </a:r>
            <a:r>
              <a:rPr sz="4800" spc="-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30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48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50" dirty="0">
                <a:solidFill>
                  <a:srgbClr val="F5F1E4"/>
                </a:solidFill>
                <a:latin typeface="Trebuchet MS"/>
                <a:cs typeface="Trebuchet MS"/>
              </a:rPr>
              <a:t>the </a:t>
            </a:r>
            <a:r>
              <a:rPr sz="4800" spc="155" dirty="0">
                <a:solidFill>
                  <a:srgbClr val="F5F1E4"/>
                </a:solidFill>
                <a:latin typeface="Trebuchet MS"/>
                <a:cs typeface="Trebuchet MS"/>
              </a:rPr>
              <a:t>man</a:t>
            </a:r>
            <a:r>
              <a:rPr sz="4800" spc="4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6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4800" spc="4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b="1" dirty="0">
                <a:solidFill>
                  <a:srgbClr val="F5F1E4"/>
                </a:solidFill>
                <a:latin typeface="Trebuchet MS"/>
                <a:cs typeface="Trebuchet MS"/>
              </a:rPr>
              <a:t>Igme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,</a:t>
            </a:r>
            <a:r>
              <a:rPr sz="4800" spc="4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who,</a:t>
            </a:r>
            <a:r>
              <a:rPr sz="4800" spc="4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55" dirty="0">
                <a:solidFill>
                  <a:srgbClr val="F5F1E4"/>
                </a:solidFill>
                <a:latin typeface="Trebuchet MS"/>
                <a:cs typeface="Trebuchet MS"/>
              </a:rPr>
              <a:t>like</a:t>
            </a:r>
            <a:r>
              <a:rPr sz="4800" spc="4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4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05" dirty="0">
                <a:solidFill>
                  <a:srgbClr val="F5F1E4"/>
                </a:solidFill>
                <a:latin typeface="Trebuchet MS"/>
                <a:cs typeface="Trebuchet MS"/>
              </a:rPr>
              <a:t>first</a:t>
            </a:r>
            <a:r>
              <a:rPr sz="4800" spc="4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tale,</a:t>
            </a:r>
            <a:r>
              <a:rPr sz="4800" spc="4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went</a:t>
            </a:r>
            <a:r>
              <a:rPr sz="4800" spc="4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45" dirty="0">
                <a:solidFill>
                  <a:srgbClr val="F5F1E4"/>
                </a:solidFill>
                <a:latin typeface="Trebuchet MS"/>
                <a:cs typeface="Trebuchet MS"/>
              </a:rPr>
              <a:t>boating</a:t>
            </a:r>
            <a:r>
              <a:rPr sz="4800" spc="4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55" dirty="0">
                <a:solidFill>
                  <a:srgbClr val="F5F1E4"/>
                </a:solidFill>
                <a:latin typeface="Trebuchet MS"/>
                <a:cs typeface="Trebuchet MS"/>
              </a:rPr>
              <a:t>one </a:t>
            </a:r>
            <a:r>
              <a:rPr sz="4800" spc="125" dirty="0">
                <a:solidFill>
                  <a:srgbClr val="F5F1E4"/>
                </a:solidFill>
                <a:latin typeface="Trebuchet MS"/>
                <a:cs typeface="Trebuchet MS"/>
              </a:rPr>
              <a:t>evening</a:t>
            </a:r>
            <a:r>
              <a:rPr sz="4800" spc="3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50" dirty="0">
                <a:solidFill>
                  <a:srgbClr val="F5F1E4"/>
                </a:solidFill>
                <a:latin typeface="Trebuchet MS"/>
                <a:cs typeface="Trebuchet MS"/>
              </a:rPr>
              <a:t>with</a:t>
            </a:r>
            <a:r>
              <a:rPr sz="4800" spc="3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70" dirty="0">
                <a:solidFill>
                  <a:srgbClr val="F5F1E4"/>
                </a:solidFill>
                <a:latin typeface="Trebuchet MS"/>
                <a:cs typeface="Trebuchet MS"/>
              </a:rPr>
              <a:t>his</a:t>
            </a:r>
            <a:r>
              <a:rPr sz="4800" spc="3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lover</a:t>
            </a:r>
            <a:r>
              <a:rPr sz="4800" spc="3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Paz,</a:t>
            </a:r>
            <a:r>
              <a:rPr sz="4800" spc="3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55" dirty="0">
                <a:solidFill>
                  <a:srgbClr val="F5F1E4"/>
                </a:solidFill>
                <a:latin typeface="Trebuchet MS"/>
                <a:cs typeface="Trebuchet MS"/>
              </a:rPr>
              <a:t>and</a:t>
            </a:r>
            <a:r>
              <a:rPr sz="4800" spc="3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95" dirty="0">
                <a:solidFill>
                  <a:srgbClr val="F5F1E4"/>
                </a:solidFill>
                <a:latin typeface="Trebuchet MS"/>
                <a:cs typeface="Trebuchet MS"/>
              </a:rPr>
              <a:t>whose</a:t>
            </a:r>
            <a:r>
              <a:rPr sz="4800" spc="3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boat,</a:t>
            </a:r>
            <a:r>
              <a:rPr sz="4800" spc="3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55" dirty="0">
                <a:solidFill>
                  <a:srgbClr val="F5F1E4"/>
                </a:solidFill>
                <a:latin typeface="Trebuchet MS"/>
                <a:cs typeface="Trebuchet MS"/>
              </a:rPr>
              <a:t>again!</a:t>
            </a:r>
            <a:r>
              <a:rPr sz="4800" spc="3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05" dirty="0">
                <a:solidFill>
                  <a:srgbClr val="F5F1E4"/>
                </a:solidFill>
                <a:latin typeface="Trebuchet MS"/>
                <a:cs typeface="Trebuchet MS"/>
              </a:rPr>
              <a:t>cap-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sized,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55" dirty="0">
                <a:solidFill>
                  <a:srgbClr val="F5F1E4"/>
                </a:solidFill>
                <a:latin typeface="Trebuchet MS"/>
                <a:cs typeface="Trebuchet MS"/>
              </a:rPr>
              <a:t>and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340" dirty="0">
                <a:solidFill>
                  <a:srgbClr val="F5F1E4"/>
                </a:solidFill>
                <a:latin typeface="Trebuchet MS"/>
                <a:cs typeface="Trebuchet MS"/>
              </a:rPr>
              <a:t>as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17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20" dirty="0">
                <a:solidFill>
                  <a:srgbClr val="F5F1E4"/>
                </a:solidFill>
                <a:latin typeface="Trebuchet MS"/>
                <a:cs typeface="Trebuchet MS"/>
              </a:rPr>
              <a:t>lovers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220" dirty="0">
                <a:solidFill>
                  <a:srgbClr val="F5F1E4"/>
                </a:solidFill>
                <a:latin typeface="Trebuchet MS"/>
                <a:cs typeface="Trebuchet MS"/>
              </a:rPr>
              <a:t>began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6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14" dirty="0">
                <a:solidFill>
                  <a:srgbClr val="F5F1E4"/>
                </a:solidFill>
                <a:latin typeface="Trebuchet MS"/>
                <a:cs typeface="Trebuchet MS"/>
              </a:rPr>
              <a:t>be</a:t>
            </a:r>
            <a:r>
              <a:rPr sz="4800" spc="17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45" dirty="0">
                <a:solidFill>
                  <a:srgbClr val="F5F1E4"/>
                </a:solidFill>
                <a:latin typeface="Trebuchet MS"/>
                <a:cs typeface="Trebuchet MS"/>
              </a:rPr>
              <a:t>separated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55" dirty="0">
                <a:solidFill>
                  <a:srgbClr val="F5F1E4"/>
                </a:solidFill>
                <a:latin typeface="Trebuchet MS"/>
                <a:cs typeface="Trebuchet MS"/>
              </a:rPr>
              <a:t>and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70" dirty="0">
                <a:solidFill>
                  <a:srgbClr val="F5F1E4"/>
                </a:solidFill>
                <a:latin typeface="Trebuchet MS"/>
                <a:cs typeface="Trebuchet MS"/>
              </a:rPr>
              <a:t>sink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in</a:t>
            </a:r>
            <a:r>
              <a:rPr sz="4800" spc="10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1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215" dirty="0">
                <a:solidFill>
                  <a:srgbClr val="F5F1E4"/>
                </a:solidFill>
                <a:latin typeface="Trebuchet MS"/>
                <a:cs typeface="Trebuchet MS"/>
              </a:rPr>
              <a:t>strong</a:t>
            </a:r>
            <a:r>
              <a:rPr sz="4800" spc="10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current,</a:t>
            </a:r>
            <a:r>
              <a:rPr sz="4800" spc="1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10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55" dirty="0">
                <a:solidFill>
                  <a:srgbClr val="F5F1E4"/>
                </a:solidFill>
                <a:latin typeface="Trebuchet MS"/>
                <a:cs typeface="Trebuchet MS"/>
              </a:rPr>
              <a:t>man</a:t>
            </a:r>
            <a:r>
              <a:rPr sz="4800" spc="1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called,</a:t>
            </a:r>
            <a:r>
              <a:rPr sz="4800" spc="10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295" dirty="0">
                <a:solidFill>
                  <a:srgbClr val="F5F1E4"/>
                </a:solidFill>
                <a:latin typeface="Trebuchet MS"/>
                <a:cs typeface="Trebuchet MS"/>
              </a:rPr>
              <a:t>"Paz"</a:t>
            </a:r>
            <a:r>
              <a:rPr sz="4800" spc="1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55" dirty="0">
                <a:solidFill>
                  <a:srgbClr val="F5F1E4"/>
                </a:solidFill>
                <a:latin typeface="Trebuchet MS"/>
                <a:cs typeface="Trebuchet MS"/>
              </a:rPr>
              <a:t>and</a:t>
            </a:r>
            <a:r>
              <a:rPr sz="4800" spc="10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1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-20" dirty="0">
                <a:solidFill>
                  <a:srgbClr val="F5F1E4"/>
                </a:solidFill>
                <a:latin typeface="Trebuchet MS"/>
                <a:cs typeface="Trebuchet MS"/>
              </a:rPr>
              <a:t>girl, </a:t>
            </a:r>
            <a:r>
              <a:rPr sz="4800" spc="160" dirty="0">
                <a:solidFill>
                  <a:srgbClr val="F5F1E4"/>
                </a:solidFill>
                <a:latin typeface="Trebuchet MS"/>
                <a:cs typeface="Trebuchet MS"/>
              </a:rPr>
              <a:t>"Igme,"</a:t>
            </a:r>
            <a:r>
              <a:rPr sz="4800" spc="-2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until</a:t>
            </a:r>
            <a:r>
              <a:rPr sz="4800" spc="-2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10" dirty="0">
                <a:solidFill>
                  <a:srgbClr val="F5F1E4"/>
                </a:solidFill>
                <a:latin typeface="Trebuchet MS"/>
                <a:cs typeface="Trebuchet MS"/>
              </a:rPr>
              <a:t>unable</a:t>
            </a:r>
            <a:r>
              <a:rPr sz="4800" spc="-2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6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4800" spc="-24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75" dirty="0">
                <a:solidFill>
                  <a:srgbClr val="F5F1E4"/>
                </a:solidFill>
                <a:latin typeface="Trebuchet MS"/>
                <a:cs typeface="Trebuchet MS"/>
              </a:rPr>
              <a:t>swim</a:t>
            </a:r>
            <a:r>
              <a:rPr sz="4800" spc="-2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any</a:t>
            </a:r>
            <a:r>
              <a:rPr sz="4800" spc="-2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longer,</a:t>
            </a:r>
            <a:r>
              <a:rPr sz="4800" spc="-24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00" dirty="0">
                <a:solidFill>
                  <a:srgbClr val="F5F1E4"/>
                </a:solidFill>
                <a:latin typeface="Trebuchet MS"/>
                <a:cs typeface="Trebuchet MS"/>
              </a:rPr>
              <a:t>they</a:t>
            </a:r>
            <a:r>
              <a:rPr sz="4800" spc="-2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265" dirty="0">
                <a:solidFill>
                  <a:srgbClr val="F5F1E4"/>
                </a:solidFill>
                <a:latin typeface="Trebuchet MS"/>
                <a:cs typeface="Trebuchet MS"/>
              </a:rPr>
              <a:t>sank</a:t>
            </a:r>
            <a:r>
              <a:rPr sz="4800" spc="-2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20" dirty="0">
                <a:solidFill>
                  <a:srgbClr val="F5F1E4"/>
                </a:solidFill>
                <a:latin typeface="Trebuchet MS"/>
                <a:cs typeface="Trebuchet MS"/>
              </a:rPr>
              <a:t>calling </a:t>
            </a:r>
            <a:r>
              <a:rPr sz="4800" spc="6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4800" spc="1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50" dirty="0">
                <a:solidFill>
                  <a:srgbClr val="F5F1E4"/>
                </a:solidFill>
                <a:latin typeface="Trebuchet MS"/>
                <a:cs typeface="Trebuchet MS"/>
              </a:rPr>
              <a:t>each</a:t>
            </a:r>
            <a:r>
              <a:rPr sz="4800" spc="1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60" dirty="0">
                <a:solidFill>
                  <a:srgbClr val="F5F1E4"/>
                </a:solidFill>
                <a:latin typeface="Trebuchet MS"/>
                <a:cs typeface="Trebuchet MS"/>
              </a:rPr>
              <a:t>other</a:t>
            </a:r>
            <a:r>
              <a:rPr sz="48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55" dirty="0">
                <a:solidFill>
                  <a:srgbClr val="F5F1E4"/>
                </a:solidFill>
                <a:latin typeface="Trebuchet MS"/>
                <a:cs typeface="Trebuchet MS"/>
              </a:rPr>
              <a:t>and</a:t>
            </a:r>
            <a:r>
              <a:rPr sz="4800" spc="1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95" dirty="0">
                <a:solidFill>
                  <a:srgbClr val="F5F1E4"/>
                </a:solidFill>
                <a:latin typeface="Trebuchet MS"/>
                <a:cs typeface="Trebuchet MS"/>
              </a:rPr>
              <a:t>people</a:t>
            </a:r>
            <a:r>
              <a:rPr sz="4800" spc="1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95" dirty="0">
                <a:solidFill>
                  <a:srgbClr val="F5F1E4"/>
                </a:solidFill>
                <a:latin typeface="Trebuchet MS"/>
                <a:cs typeface="Trebuchet MS"/>
              </a:rPr>
              <a:t>along</a:t>
            </a:r>
            <a:r>
              <a:rPr sz="48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1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245" dirty="0">
                <a:solidFill>
                  <a:srgbClr val="F5F1E4"/>
                </a:solidFill>
                <a:latin typeface="Trebuchet MS"/>
                <a:cs typeface="Trebuchet MS"/>
              </a:rPr>
              <a:t>banks</a:t>
            </a:r>
            <a:r>
              <a:rPr sz="4800" spc="1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05" dirty="0">
                <a:solidFill>
                  <a:srgbClr val="F5F1E4"/>
                </a:solidFill>
                <a:latin typeface="Trebuchet MS"/>
                <a:cs typeface="Trebuchet MS"/>
              </a:rPr>
              <a:t>heard</a:t>
            </a:r>
            <a:r>
              <a:rPr sz="4800" spc="1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50" dirty="0">
                <a:solidFill>
                  <a:srgbClr val="F5F1E4"/>
                </a:solidFill>
                <a:latin typeface="Trebuchet MS"/>
                <a:cs typeface="Trebuchet MS"/>
              </a:rPr>
              <a:t>the </a:t>
            </a:r>
            <a:r>
              <a:rPr sz="4800" spc="120" dirty="0">
                <a:solidFill>
                  <a:srgbClr val="F5F1E4"/>
                </a:solidFill>
                <a:latin typeface="Trebuchet MS"/>
                <a:cs typeface="Trebuchet MS"/>
              </a:rPr>
              <a:t>lovers</a:t>
            </a:r>
            <a:r>
              <a:rPr sz="4800" spc="16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45" dirty="0">
                <a:solidFill>
                  <a:srgbClr val="F5F1E4"/>
                </a:solidFill>
                <a:latin typeface="Trebuchet MS"/>
                <a:cs typeface="Trebuchet MS"/>
              </a:rPr>
              <a:t>calling,</a:t>
            </a:r>
            <a:r>
              <a:rPr sz="4800" spc="16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-254" dirty="0">
                <a:solidFill>
                  <a:srgbClr val="F5F1E4"/>
                </a:solidFill>
                <a:latin typeface="Trebuchet MS"/>
                <a:cs typeface="Trebuchet MS"/>
              </a:rPr>
              <a:t>Paz...</a:t>
            </a:r>
            <a:r>
              <a:rPr sz="4800" spc="16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F5F1E4"/>
                </a:solidFill>
                <a:latin typeface="Trebuchet MS"/>
                <a:cs typeface="Trebuchet MS"/>
              </a:rPr>
              <a:t>Ig.</a:t>
            </a:r>
            <a:r>
              <a:rPr sz="4800" spc="16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210" dirty="0">
                <a:solidFill>
                  <a:srgbClr val="F5F1E4"/>
                </a:solidFill>
                <a:latin typeface="Trebuchet MS"/>
                <a:cs typeface="Trebuchet MS"/>
              </a:rPr>
              <a:t>gave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16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35" dirty="0">
                <a:solidFill>
                  <a:srgbClr val="F5F1E4"/>
                </a:solidFill>
                <a:latin typeface="Trebuchet MS"/>
                <a:cs typeface="Trebuchet MS"/>
              </a:rPr>
              <a:t>name</a:t>
            </a:r>
            <a:r>
              <a:rPr sz="4800" spc="16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6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4800" spc="16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-20" dirty="0">
                <a:solidFill>
                  <a:srgbClr val="F5F1E4"/>
                </a:solidFill>
                <a:latin typeface="Trebuchet MS"/>
                <a:cs typeface="Trebuchet MS"/>
              </a:rPr>
              <a:t>river,</a:t>
            </a:r>
            <a:r>
              <a:rPr sz="4800" spc="16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80" dirty="0">
                <a:solidFill>
                  <a:srgbClr val="F5F1E4"/>
                </a:solidFill>
                <a:latin typeface="Trebuchet MS"/>
                <a:cs typeface="Trebuchet MS"/>
              </a:rPr>
              <a:t>from </a:t>
            </a:r>
            <a:r>
              <a:rPr sz="4800" spc="105" dirty="0">
                <a:solidFill>
                  <a:srgbClr val="F5F1E4"/>
                </a:solidFill>
                <a:latin typeface="Trebuchet MS"/>
                <a:cs typeface="Trebuchet MS"/>
              </a:rPr>
              <a:t>which</a:t>
            </a:r>
            <a:r>
              <a:rPr sz="4800" spc="-3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75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4800" spc="-3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05" dirty="0">
                <a:solidFill>
                  <a:srgbClr val="F5F1E4"/>
                </a:solidFill>
                <a:latin typeface="Trebuchet MS"/>
                <a:cs typeface="Trebuchet MS"/>
              </a:rPr>
              <a:t>town</a:t>
            </a:r>
            <a:r>
              <a:rPr sz="4800" spc="-3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225" dirty="0">
                <a:solidFill>
                  <a:srgbClr val="F5F1E4"/>
                </a:solidFill>
                <a:latin typeface="Trebuchet MS"/>
                <a:cs typeface="Trebuchet MS"/>
              </a:rPr>
              <a:t>got</a:t>
            </a:r>
            <a:r>
              <a:rPr sz="4800" spc="-33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130" dirty="0">
                <a:solidFill>
                  <a:srgbClr val="F5F1E4"/>
                </a:solidFill>
                <a:latin typeface="Trebuchet MS"/>
                <a:cs typeface="Trebuchet MS"/>
              </a:rPr>
              <a:t>its</a:t>
            </a:r>
            <a:r>
              <a:rPr sz="4800" spc="-3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4800" spc="-10" dirty="0">
                <a:solidFill>
                  <a:srgbClr val="F5F1E4"/>
                </a:solidFill>
                <a:latin typeface="Trebuchet MS"/>
                <a:cs typeface="Trebuchet MS"/>
              </a:rPr>
              <a:t>name.</a:t>
            </a:r>
            <a:endParaRPr sz="4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6000" y="898512"/>
            <a:ext cx="16127730" cy="9312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2235">
              <a:lnSpc>
                <a:spcPct val="116100"/>
              </a:lnSpc>
              <a:spcBef>
                <a:spcPts val="95"/>
              </a:spcBef>
            </a:pP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name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210" dirty="0">
                <a:solidFill>
                  <a:srgbClr val="F5F1E4"/>
                </a:solidFill>
                <a:latin typeface="Trebuchet MS"/>
                <a:cs typeface="Trebuchet MS"/>
              </a:rPr>
              <a:t>Pasig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90" dirty="0">
                <a:solidFill>
                  <a:srgbClr val="F5F1E4"/>
                </a:solidFill>
                <a:latin typeface="Trebuchet MS"/>
                <a:cs typeface="Trebuchet MS"/>
              </a:rPr>
              <a:t>has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75" dirty="0">
                <a:solidFill>
                  <a:srgbClr val="F5F1E4"/>
                </a:solidFill>
                <a:latin typeface="Trebuchet MS"/>
                <a:cs typeface="Trebuchet MS"/>
              </a:rPr>
              <a:t>been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50" dirty="0">
                <a:solidFill>
                  <a:srgbClr val="F5F1E4"/>
                </a:solidFill>
                <a:latin typeface="Trebuchet MS"/>
                <a:cs typeface="Trebuchet MS"/>
              </a:rPr>
              <a:t>used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5" dirty="0">
                <a:solidFill>
                  <a:srgbClr val="F5F1E4"/>
                </a:solidFill>
                <a:latin typeface="Trebuchet MS"/>
                <a:cs typeface="Trebuchet MS"/>
              </a:rPr>
              <a:t>designate,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5" dirty="0">
                <a:solidFill>
                  <a:srgbClr val="F5F1E4"/>
                </a:solidFill>
                <a:latin typeface="Trebuchet MS"/>
                <a:cs typeface="Trebuchet MS"/>
              </a:rPr>
              <a:t>at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05" dirty="0">
                <a:solidFill>
                  <a:srgbClr val="F5F1E4"/>
                </a:solidFill>
                <a:latin typeface="Trebuchet MS"/>
                <a:cs typeface="Trebuchet MS"/>
              </a:rPr>
              <a:t>least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-90" dirty="0">
                <a:solidFill>
                  <a:srgbClr val="F5F1E4"/>
                </a:solidFill>
                <a:latin typeface="Trebuchet MS"/>
                <a:cs typeface="Trebuchet MS"/>
              </a:rPr>
              <a:t>river,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5" dirty="0">
                <a:solidFill>
                  <a:srgbClr val="F5F1E4"/>
                </a:solidFill>
                <a:latin typeface="Trebuchet MS"/>
                <a:cs typeface="Trebuchet MS"/>
              </a:rPr>
              <a:t>before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25" dirty="0">
                <a:solidFill>
                  <a:srgbClr val="F5F1E4"/>
                </a:solidFill>
                <a:latin typeface="Trebuchet MS"/>
                <a:cs typeface="Trebuchet MS"/>
              </a:rPr>
              <a:t>the </a:t>
            </a:r>
            <a:r>
              <a:rPr sz="3500" spc="114" dirty="0">
                <a:solidFill>
                  <a:srgbClr val="F5F1E4"/>
                </a:solidFill>
                <a:latin typeface="Trebuchet MS"/>
                <a:cs typeface="Trebuchet MS"/>
              </a:rPr>
              <a:t>coming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60" dirty="0">
                <a:solidFill>
                  <a:srgbClr val="F5F1E4"/>
                </a:solidFill>
                <a:latin typeface="Trebuchet MS"/>
                <a:cs typeface="Trebuchet MS"/>
              </a:rPr>
              <a:t>Spaniards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245" dirty="0">
                <a:solidFill>
                  <a:srgbClr val="F5F1E4"/>
                </a:solidFill>
                <a:latin typeface="Trebuchet MS"/>
                <a:cs typeface="Trebuchet MS"/>
              </a:rPr>
              <a:t>as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45" dirty="0">
                <a:solidFill>
                  <a:srgbClr val="F5F1E4"/>
                </a:solidFill>
                <a:latin typeface="Trebuchet MS"/>
                <a:cs typeface="Trebuchet MS"/>
              </a:rPr>
              <a:t>shown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in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5" dirty="0">
                <a:solidFill>
                  <a:srgbClr val="F5F1E4"/>
                </a:solidFill>
                <a:latin typeface="Trebuchet MS"/>
                <a:cs typeface="Trebuchet MS"/>
              </a:rPr>
              <a:t>documents,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0" dirty="0">
                <a:solidFill>
                  <a:srgbClr val="F5F1E4"/>
                </a:solidFill>
                <a:latin typeface="Trebuchet MS"/>
                <a:cs typeface="Trebuchet MS"/>
              </a:rPr>
              <a:t>for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example,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20" dirty="0">
                <a:solidFill>
                  <a:srgbClr val="F5F1E4"/>
                </a:solidFill>
                <a:latin typeface="Trebuchet MS"/>
                <a:cs typeface="Trebuchet MS"/>
              </a:rPr>
              <a:t>grant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25" dirty="0">
                <a:solidFill>
                  <a:srgbClr val="F5F1E4"/>
                </a:solidFill>
                <a:latin typeface="Trebuchet MS"/>
                <a:cs typeface="Trebuchet MS"/>
              </a:rPr>
              <a:t>the </a:t>
            </a:r>
            <a:r>
              <a:rPr sz="3500" spc="210" dirty="0">
                <a:solidFill>
                  <a:srgbClr val="F5F1E4"/>
                </a:solidFill>
                <a:latin typeface="Trebuchet MS"/>
                <a:cs typeface="Trebuchet MS"/>
              </a:rPr>
              <a:t>Pasig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5F1E4"/>
                </a:solidFill>
                <a:latin typeface="Trebuchet MS"/>
                <a:cs typeface="Trebuchet MS"/>
              </a:rPr>
              <a:t>encomienda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Captain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-10" dirty="0">
                <a:solidFill>
                  <a:srgbClr val="F5F1E4"/>
                </a:solidFill>
                <a:latin typeface="Trebuchet MS"/>
                <a:cs typeface="Trebuchet MS"/>
              </a:rPr>
              <a:t>Juan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80" dirty="0">
                <a:solidFill>
                  <a:srgbClr val="F5F1E4"/>
                </a:solidFill>
                <a:latin typeface="Trebuchet MS"/>
                <a:cs typeface="Trebuchet MS"/>
              </a:rPr>
              <a:t>de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0" dirty="0">
                <a:solidFill>
                  <a:srgbClr val="F5F1E4"/>
                </a:solidFill>
                <a:latin typeface="Trebuchet MS"/>
                <a:cs typeface="Trebuchet MS"/>
              </a:rPr>
              <a:t>la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-10" dirty="0">
                <a:solidFill>
                  <a:srgbClr val="F5F1E4"/>
                </a:solidFill>
                <a:latin typeface="Trebuchet MS"/>
                <a:cs typeface="Trebuchet MS"/>
              </a:rPr>
              <a:t>Isla.</a:t>
            </a:r>
            <a:endParaRPr sz="3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3500">
              <a:latin typeface="Trebuchet MS"/>
              <a:cs typeface="Trebuchet MS"/>
            </a:endParaRPr>
          </a:p>
          <a:p>
            <a:pPr marL="12700" marR="86360">
              <a:lnSpc>
                <a:spcPct val="116100"/>
              </a:lnSpc>
            </a:pPr>
            <a:r>
              <a:rPr sz="3500" spc="100" dirty="0">
                <a:solidFill>
                  <a:srgbClr val="F5F1E4"/>
                </a:solidFill>
                <a:latin typeface="Trebuchet MS"/>
                <a:cs typeface="Trebuchet MS"/>
              </a:rPr>
              <a:t>Another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80" dirty="0">
                <a:solidFill>
                  <a:srgbClr val="F5F1E4"/>
                </a:solidFill>
                <a:latin typeface="Trebuchet MS"/>
                <a:cs typeface="Trebuchet MS"/>
              </a:rPr>
              <a:t>speculation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35" dirty="0">
                <a:solidFill>
                  <a:srgbClr val="F5F1E4"/>
                </a:solidFill>
                <a:latin typeface="Trebuchet MS"/>
                <a:cs typeface="Trebuchet MS"/>
              </a:rPr>
              <a:t>is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5" dirty="0">
                <a:solidFill>
                  <a:srgbClr val="F5F1E4"/>
                </a:solidFill>
                <a:latin typeface="Trebuchet MS"/>
                <a:cs typeface="Trebuchet MS"/>
              </a:rPr>
              <a:t>that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210" dirty="0">
                <a:solidFill>
                  <a:srgbClr val="F5F1E4"/>
                </a:solidFill>
                <a:latin typeface="Trebuchet MS"/>
                <a:cs typeface="Trebuchet MS"/>
              </a:rPr>
              <a:t>Pasig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45" dirty="0">
                <a:solidFill>
                  <a:srgbClr val="F5F1E4"/>
                </a:solidFill>
                <a:latin typeface="Trebuchet MS"/>
                <a:cs typeface="Trebuchet MS"/>
              </a:rPr>
              <a:t>comes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5F1E4"/>
                </a:solidFill>
                <a:latin typeface="Trebuchet MS"/>
                <a:cs typeface="Trebuchet MS"/>
              </a:rPr>
              <a:t>from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65" dirty="0">
                <a:solidFill>
                  <a:srgbClr val="F5F1E4"/>
                </a:solidFill>
                <a:latin typeface="Trebuchet MS"/>
                <a:cs typeface="Trebuchet MS"/>
              </a:rPr>
              <a:t>Sanskrit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65" dirty="0">
                <a:solidFill>
                  <a:srgbClr val="F5F1E4"/>
                </a:solidFill>
                <a:latin typeface="Trebuchet MS"/>
                <a:cs typeface="Trebuchet MS"/>
              </a:rPr>
              <a:t>"</a:t>
            </a:r>
            <a:r>
              <a:rPr sz="3500" b="1" spc="165" dirty="0">
                <a:solidFill>
                  <a:srgbClr val="F5F1E4"/>
                </a:solidFill>
                <a:latin typeface="Trebuchet MS"/>
                <a:cs typeface="Trebuchet MS"/>
              </a:rPr>
              <a:t>passir</a:t>
            </a:r>
            <a:r>
              <a:rPr sz="3500" spc="165" dirty="0">
                <a:solidFill>
                  <a:srgbClr val="F5F1E4"/>
                </a:solidFill>
                <a:latin typeface="Trebuchet MS"/>
                <a:cs typeface="Trebuchet MS"/>
              </a:rPr>
              <a:t>"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0" dirty="0">
                <a:solidFill>
                  <a:srgbClr val="F5F1E4"/>
                </a:solidFill>
                <a:latin typeface="Trebuchet MS"/>
                <a:cs typeface="Trebuchet MS"/>
              </a:rPr>
              <a:t>which </a:t>
            </a:r>
            <a:r>
              <a:rPr sz="3500" spc="145" dirty="0">
                <a:solidFill>
                  <a:srgbClr val="F5F1E4"/>
                </a:solidFill>
                <a:latin typeface="Trebuchet MS"/>
                <a:cs typeface="Trebuchet MS"/>
              </a:rPr>
              <a:t>means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b="1" dirty="0">
                <a:solidFill>
                  <a:srgbClr val="F5F1E4"/>
                </a:solidFill>
                <a:latin typeface="Trebuchet MS"/>
                <a:cs typeface="Trebuchet MS"/>
              </a:rPr>
              <a:t>sand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.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45" dirty="0">
                <a:solidFill>
                  <a:srgbClr val="F5F1E4"/>
                </a:solidFill>
                <a:latin typeface="Trebuchet MS"/>
                <a:cs typeface="Trebuchet MS"/>
              </a:rPr>
              <a:t>But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0" dirty="0">
                <a:solidFill>
                  <a:srgbClr val="F5F1E4"/>
                </a:solidFill>
                <a:latin typeface="Trebuchet MS"/>
                <a:cs typeface="Trebuchet MS"/>
              </a:rPr>
              <a:t>then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every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5F1E4"/>
                </a:solidFill>
                <a:latin typeface="Trebuchet MS"/>
                <a:cs typeface="Trebuchet MS"/>
              </a:rPr>
              <a:t>community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80" dirty="0">
                <a:solidFill>
                  <a:srgbClr val="F5F1E4"/>
                </a:solidFill>
                <a:latin typeface="Trebuchet MS"/>
                <a:cs typeface="Trebuchet MS"/>
              </a:rPr>
              <a:t>on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55" dirty="0">
                <a:solidFill>
                  <a:srgbClr val="F5F1E4"/>
                </a:solidFill>
                <a:latin typeface="Trebuchet MS"/>
                <a:cs typeface="Trebuchet MS"/>
              </a:rPr>
              <a:t>edge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-90" dirty="0">
                <a:solidFill>
                  <a:srgbClr val="F5F1E4"/>
                </a:solidFill>
                <a:latin typeface="Trebuchet MS"/>
                <a:cs typeface="Trebuchet MS"/>
              </a:rPr>
              <a:t>river,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lake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or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80" dirty="0">
                <a:solidFill>
                  <a:srgbClr val="F5F1E4"/>
                </a:solidFill>
                <a:latin typeface="Trebuchet MS"/>
                <a:cs typeface="Trebuchet MS"/>
              </a:rPr>
              <a:t>sea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5" dirty="0">
                <a:solidFill>
                  <a:srgbClr val="F5F1E4"/>
                </a:solidFill>
                <a:latin typeface="Trebuchet MS"/>
                <a:cs typeface="Trebuchet MS"/>
              </a:rPr>
              <a:t>would </a:t>
            </a:r>
            <a:r>
              <a:rPr sz="3500" spc="80" dirty="0">
                <a:solidFill>
                  <a:srgbClr val="F5F1E4"/>
                </a:solidFill>
                <a:latin typeface="Trebuchet MS"/>
                <a:cs typeface="Trebuchet MS"/>
              </a:rPr>
              <a:t>be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65" dirty="0">
                <a:solidFill>
                  <a:srgbClr val="F5F1E4"/>
                </a:solidFill>
                <a:latin typeface="Trebuchet MS"/>
                <a:cs typeface="Trebuchet MS"/>
              </a:rPr>
              <a:t>sandy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10" dirty="0">
                <a:solidFill>
                  <a:srgbClr val="F5F1E4"/>
                </a:solidFill>
                <a:latin typeface="Trebuchet MS"/>
                <a:cs typeface="Trebuchet MS"/>
              </a:rPr>
              <a:t>and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75" dirty="0">
                <a:solidFill>
                  <a:srgbClr val="F5F1E4"/>
                </a:solidFill>
                <a:latin typeface="Trebuchet MS"/>
                <a:cs typeface="Trebuchet MS"/>
              </a:rPr>
              <a:t>would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30" dirty="0">
                <a:solidFill>
                  <a:srgbClr val="F5F1E4"/>
                </a:solidFill>
                <a:latin typeface="Trebuchet MS"/>
                <a:cs typeface="Trebuchet MS"/>
              </a:rPr>
              <a:t>thus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80" dirty="0">
                <a:solidFill>
                  <a:srgbClr val="F5F1E4"/>
                </a:solidFill>
                <a:latin typeface="Trebuchet MS"/>
                <a:cs typeface="Trebuchet MS"/>
              </a:rPr>
              <a:t>be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5" dirty="0">
                <a:solidFill>
                  <a:srgbClr val="F5F1E4"/>
                </a:solidFill>
                <a:latin typeface="Trebuchet MS"/>
                <a:cs typeface="Trebuchet MS"/>
              </a:rPr>
              <a:t>called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00" dirty="0">
                <a:solidFill>
                  <a:srgbClr val="F5F1E4"/>
                </a:solidFill>
                <a:latin typeface="Trebuchet MS"/>
                <a:cs typeface="Trebuchet MS"/>
              </a:rPr>
              <a:t>Pasig,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or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50" dirty="0">
                <a:solidFill>
                  <a:srgbClr val="F5F1E4"/>
                </a:solidFill>
                <a:latin typeface="Trebuchet MS"/>
                <a:cs typeface="Trebuchet MS"/>
              </a:rPr>
              <a:t>some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0" dirty="0">
                <a:solidFill>
                  <a:srgbClr val="F5F1E4"/>
                </a:solidFill>
                <a:latin typeface="Trebuchet MS"/>
                <a:cs typeface="Trebuchet MS"/>
              </a:rPr>
              <a:t>variations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-10" dirty="0">
                <a:solidFill>
                  <a:srgbClr val="F5F1E4"/>
                </a:solidFill>
                <a:latin typeface="Trebuchet MS"/>
                <a:cs typeface="Trebuchet MS"/>
              </a:rPr>
              <a:t>thereof.</a:t>
            </a:r>
            <a:endParaRPr sz="3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500" spc="409" dirty="0">
                <a:solidFill>
                  <a:srgbClr val="F5F1E4"/>
                </a:solidFill>
                <a:latin typeface="Trebuchet MS"/>
                <a:cs typeface="Trebuchet MS"/>
              </a:rPr>
              <a:t>A</a:t>
            </a:r>
            <a:r>
              <a:rPr sz="3500" spc="-2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variation</a:t>
            </a:r>
            <a:r>
              <a:rPr sz="3500" spc="-2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3500" spc="-2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0" dirty="0">
                <a:solidFill>
                  <a:srgbClr val="F5F1E4"/>
                </a:solidFill>
                <a:latin typeface="Trebuchet MS"/>
                <a:cs typeface="Trebuchet MS"/>
              </a:rPr>
              <a:t>this</a:t>
            </a:r>
            <a:r>
              <a:rPr sz="3500" spc="-2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35" dirty="0">
                <a:solidFill>
                  <a:srgbClr val="F5F1E4"/>
                </a:solidFill>
                <a:latin typeface="Trebuchet MS"/>
                <a:cs typeface="Trebuchet MS"/>
              </a:rPr>
              <a:t>is</a:t>
            </a:r>
            <a:r>
              <a:rPr sz="3500" spc="-2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500" spc="-2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5F1E4"/>
                </a:solidFill>
                <a:latin typeface="Trebuchet MS"/>
                <a:cs typeface="Trebuchet MS"/>
              </a:rPr>
              <a:t>word</a:t>
            </a:r>
            <a:r>
              <a:rPr sz="3500" spc="-2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80" dirty="0">
                <a:solidFill>
                  <a:srgbClr val="F5F1E4"/>
                </a:solidFill>
                <a:latin typeface="Trebuchet MS"/>
                <a:cs typeface="Trebuchet MS"/>
              </a:rPr>
              <a:t>"</a:t>
            </a:r>
            <a:r>
              <a:rPr sz="3500" b="1" spc="180" dirty="0">
                <a:solidFill>
                  <a:srgbClr val="F5F1E4"/>
                </a:solidFill>
                <a:latin typeface="Trebuchet MS"/>
                <a:cs typeface="Trebuchet MS"/>
              </a:rPr>
              <a:t>pasigan</a:t>
            </a:r>
            <a:r>
              <a:rPr sz="3500" spc="180" dirty="0">
                <a:solidFill>
                  <a:srgbClr val="F5F1E4"/>
                </a:solidFill>
                <a:latin typeface="Trebuchet MS"/>
                <a:cs typeface="Trebuchet MS"/>
              </a:rPr>
              <a:t>"</a:t>
            </a:r>
            <a:r>
              <a:rPr sz="3500" spc="-2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5F1E4"/>
                </a:solidFill>
                <a:latin typeface="Trebuchet MS"/>
                <a:cs typeface="Trebuchet MS"/>
              </a:rPr>
              <a:t>which</a:t>
            </a:r>
            <a:r>
              <a:rPr sz="3500" spc="-2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b="1" spc="100" dirty="0">
                <a:solidFill>
                  <a:srgbClr val="F5F1E4"/>
                </a:solidFill>
                <a:latin typeface="Trebuchet MS"/>
                <a:cs typeface="Trebuchet MS"/>
              </a:rPr>
              <a:t>means</a:t>
            </a:r>
            <a:r>
              <a:rPr sz="3500" b="1" spc="-2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b="1" spc="-80" dirty="0">
                <a:solidFill>
                  <a:srgbClr val="F5F1E4"/>
                </a:solidFill>
                <a:latin typeface="Trebuchet MS"/>
                <a:cs typeface="Trebuchet MS"/>
              </a:rPr>
              <a:t>river</a:t>
            </a:r>
            <a:r>
              <a:rPr sz="3500" b="1" spc="-2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b="1" spc="-10" dirty="0">
                <a:solidFill>
                  <a:srgbClr val="F5F1E4"/>
                </a:solidFill>
                <a:latin typeface="Trebuchet MS"/>
                <a:cs typeface="Trebuchet MS"/>
              </a:rPr>
              <a:t>shore</a:t>
            </a:r>
            <a:r>
              <a:rPr sz="3500" spc="-10" dirty="0">
                <a:solidFill>
                  <a:srgbClr val="F5F1E4"/>
                </a:solidFill>
                <a:latin typeface="Trebuchet MS"/>
                <a:cs typeface="Trebuchet MS"/>
              </a:rPr>
              <a:t>.</a:t>
            </a:r>
            <a:endParaRPr sz="3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3500">
              <a:latin typeface="Trebuchet MS"/>
              <a:cs typeface="Trebuchet MS"/>
            </a:endParaRPr>
          </a:p>
          <a:p>
            <a:pPr marL="12700" marR="60960">
              <a:lnSpc>
                <a:spcPct val="116100"/>
              </a:lnSpc>
              <a:spcBef>
                <a:spcPts val="5"/>
              </a:spcBef>
            </a:pP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Encyclopedia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75" dirty="0">
                <a:solidFill>
                  <a:srgbClr val="F5F1E4"/>
                </a:solidFill>
                <a:latin typeface="Trebuchet MS"/>
                <a:cs typeface="Trebuchet MS"/>
              </a:rPr>
              <a:t>Universal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85" dirty="0">
                <a:solidFill>
                  <a:srgbClr val="F5F1E4"/>
                </a:solidFill>
                <a:latin typeface="Trebuchet MS"/>
                <a:cs typeface="Trebuchet MS"/>
              </a:rPr>
              <a:t>Ilustrada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80" dirty="0">
                <a:solidFill>
                  <a:srgbClr val="F5F1E4"/>
                </a:solidFill>
                <a:latin typeface="Trebuchet MS"/>
                <a:cs typeface="Trebuchet MS"/>
              </a:rPr>
              <a:t>Europeo-</a:t>
            </a:r>
            <a:r>
              <a:rPr sz="3500" spc="100" dirty="0">
                <a:solidFill>
                  <a:srgbClr val="F5F1E4"/>
                </a:solidFill>
                <a:latin typeface="Trebuchet MS"/>
                <a:cs typeface="Trebuchet MS"/>
              </a:rPr>
              <a:t>Americana</a:t>
            </a:r>
            <a:r>
              <a:rPr sz="3500" spc="-2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80" dirty="0">
                <a:solidFill>
                  <a:srgbClr val="F5F1E4"/>
                </a:solidFill>
                <a:latin typeface="Trebuchet MS"/>
                <a:cs typeface="Trebuchet MS"/>
              </a:rPr>
              <a:t>de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225" dirty="0">
                <a:solidFill>
                  <a:srgbClr val="F5F1E4"/>
                </a:solidFill>
                <a:latin typeface="Trebuchet MS"/>
                <a:cs typeface="Trebuchet MS"/>
              </a:rPr>
              <a:t>Espasa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25" dirty="0">
                <a:solidFill>
                  <a:srgbClr val="F5F1E4"/>
                </a:solidFill>
                <a:latin typeface="Trebuchet MS"/>
                <a:cs typeface="Trebuchet MS"/>
              </a:rPr>
              <a:t>presents</a:t>
            </a:r>
            <a:r>
              <a:rPr sz="3500" spc="-22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80" dirty="0">
                <a:solidFill>
                  <a:srgbClr val="F5F1E4"/>
                </a:solidFill>
                <a:latin typeface="Trebuchet MS"/>
                <a:cs typeface="Trebuchet MS"/>
              </a:rPr>
              <a:t>an 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interesting,</a:t>
            </a:r>
            <a:r>
              <a:rPr sz="3500" spc="-17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if</a:t>
            </a:r>
            <a:r>
              <a:rPr sz="3500" spc="-17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5F1E4"/>
                </a:solidFill>
                <a:latin typeface="Trebuchet MS"/>
                <a:cs typeface="Trebuchet MS"/>
              </a:rPr>
              <a:t>capricious,</a:t>
            </a:r>
            <a:r>
              <a:rPr sz="3500" spc="-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5" dirty="0">
                <a:solidFill>
                  <a:srgbClr val="F5F1E4"/>
                </a:solidFill>
                <a:latin typeface="Trebuchet MS"/>
                <a:cs typeface="Trebuchet MS"/>
              </a:rPr>
              <a:t>hyphothesis,</a:t>
            </a:r>
            <a:r>
              <a:rPr sz="3500" spc="-17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5F1E4"/>
                </a:solidFill>
                <a:latin typeface="Trebuchet MS"/>
                <a:cs typeface="Trebuchet MS"/>
              </a:rPr>
              <a:t>which</a:t>
            </a:r>
            <a:r>
              <a:rPr sz="3500" spc="-16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245" dirty="0">
                <a:solidFill>
                  <a:srgbClr val="F5F1E4"/>
                </a:solidFill>
                <a:latin typeface="Trebuchet MS"/>
                <a:cs typeface="Trebuchet MS"/>
              </a:rPr>
              <a:t>says</a:t>
            </a:r>
            <a:r>
              <a:rPr sz="3500" spc="-17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5" dirty="0">
                <a:solidFill>
                  <a:srgbClr val="F5F1E4"/>
                </a:solidFill>
                <a:latin typeface="Trebuchet MS"/>
                <a:cs typeface="Trebuchet MS"/>
              </a:rPr>
              <a:t>that</a:t>
            </a:r>
            <a:r>
              <a:rPr sz="3500" spc="-17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215" dirty="0">
                <a:solidFill>
                  <a:srgbClr val="F5F1E4"/>
                </a:solidFill>
                <a:latin typeface="Trebuchet MS"/>
                <a:cs typeface="Trebuchet MS"/>
              </a:rPr>
              <a:t>"</a:t>
            </a:r>
            <a:r>
              <a:rPr sz="3500" b="1" spc="215" dirty="0">
                <a:solidFill>
                  <a:srgbClr val="F5F1E4"/>
                </a:solidFill>
                <a:latin typeface="Trebuchet MS"/>
                <a:cs typeface="Trebuchet MS"/>
              </a:rPr>
              <a:t>El</a:t>
            </a:r>
            <a:r>
              <a:rPr sz="3500" b="1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b="1" spc="229" dirty="0">
                <a:solidFill>
                  <a:srgbClr val="F5F1E4"/>
                </a:solidFill>
                <a:latin typeface="Trebuchet MS"/>
                <a:cs typeface="Trebuchet MS"/>
              </a:rPr>
              <a:t>Pasig"</a:t>
            </a:r>
            <a:r>
              <a:rPr sz="3500" b="1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b="1" spc="114" dirty="0">
                <a:solidFill>
                  <a:srgbClr val="F5F1E4"/>
                </a:solidFill>
                <a:latin typeface="Trebuchet MS"/>
                <a:cs typeface="Trebuchet MS"/>
              </a:rPr>
              <a:t>is</a:t>
            </a:r>
            <a:r>
              <a:rPr sz="3500" b="1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b="1" spc="130" dirty="0">
                <a:solidFill>
                  <a:srgbClr val="F5F1E4"/>
                </a:solidFill>
                <a:latin typeface="Trebuchet MS"/>
                <a:cs typeface="Trebuchet MS"/>
              </a:rPr>
              <a:t>a</a:t>
            </a:r>
            <a:r>
              <a:rPr sz="3500" b="1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b="1" spc="-10" dirty="0">
                <a:solidFill>
                  <a:srgbClr val="F5F1E4"/>
                </a:solidFill>
                <a:latin typeface="Trebuchet MS"/>
                <a:cs typeface="Trebuchet MS"/>
              </a:rPr>
              <a:t>perfect </a:t>
            </a:r>
            <a:r>
              <a:rPr sz="3500" b="1" spc="114" dirty="0">
                <a:solidFill>
                  <a:srgbClr val="F5F1E4"/>
                </a:solidFill>
                <a:latin typeface="Trebuchet MS"/>
                <a:cs typeface="Trebuchet MS"/>
              </a:rPr>
              <a:t>anagram</a:t>
            </a:r>
            <a:r>
              <a:rPr sz="3500" b="1" spc="-30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b="1" spc="55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3500" b="1" spc="-30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b="1" spc="-10" dirty="0">
                <a:solidFill>
                  <a:srgbClr val="F5F1E4"/>
                </a:solidFill>
                <a:latin typeface="Trebuchet MS"/>
                <a:cs typeface="Trebuchet MS"/>
              </a:rPr>
              <a:t>Legazpi</a:t>
            </a:r>
            <a:r>
              <a:rPr sz="3500" spc="-10" dirty="0">
                <a:solidFill>
                  <a:srgbClr val="F5F1E4"/>
                </a:solidFill>
                <a:latin typeface="Trebuchet MS"/>
                <a:cs typeface="Trebuchet MS"/>
              </a:rPr>
              <a:t>,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85" dirty="0">
                <a:solidFill>
                  <a:srgbClr val="F5F1E4"/>
                </a:solidFill>
                <a:latin typeface="Trebuchet MS"/>
                <a:cs typeface="Trebuchet MS"/>
              </a:rPr>
              <a:t>insinuating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25" dirty="0">
                <a:solidFill>
                  <a:srgbClr val="F5F1E4"/>
                </a:solidFill>
                <a:latin typeface="Trebuchet MS"/>
                <a:cs typeface="Trebuchet MS"/>
              </a:rPr>
              <a:t>again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5" dirty="0">
                <a:solidFill>
                  <a:srgbClr val="F5F1E4"/>
                </a:solidFill>
                <a:latin typeface="Trebuchet MS"/>
                <a:cs typeface="Trebuchet MS"/>
              </a:rPr>
              <a:t>that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5" dirty="0">
                <a:solidFill>
                  <a:srgbClr val="F5F1E4"/>
                </a:solidFill>
                <a:latin typeface="Trebuchet MS"/>
                <a:cs typeface="Trebuchet MS"/>
              </a:rPr>
              <a:t>that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name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35" dirty="0">
                <a:solidFill>
                  <a:srgbClr val="F5F1E4"/>
                </a:solidFill>
                <a:latin typeface="Trebuchet MS"/>
                <a:cs typeface="Trebuchet MS"/>
              </a:rPr>
              <a:t>is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90" dirty="0">
                <a:solidFill>
                  <a:srgbClr val="F5F1E4"/>
                </a:solidFill>
                <a:latin typeface="Trebuchet MS"/>
                <a:cs typeface="Trebuchet MS"/>
              </a:rPr>
              <a:t>Spanish</a:t>
            </a:r>
            <a:r>
              <a:rPr sz="3500" spc="-2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-10" dirty="0">
                <a:solidFill>
                  <a:srgbClr val="F5F1E4"/>
                </a:solidFill>
                <a:latin typeface="Trebuchet MS"/>
                <a:cs typeface="Trebuchet MS"/>
              </a:rPr>
              <a:t>origin, </a:t>
            </a:r>
            <a:r>
              <a:rPr sz="3500" spc="90" dirty="0">
                <a:solidFill>
                  <a:srgbClr val="F5F1E4"/>
                </a:solidFill>
                <a:latin typeface="Trebuchet MS"/>
                <a:cs typeface="Trebuchet MS"/>
              </a:rPr>
              <a:t>when</a:t>
            </a:r>
            <a:r>
              <a:rPr sz="3500" spc="-24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fact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35" dirty="0">
                <a:solidFill>
                  <a:srgbClr val="F5F1E4"/>
                </a:solidFill>
                <a:latin typeface="Trebuchet MS"/>
                <a:cs typeface="Trebuchet MS"/>
              </a:rPr>
              <a:t>is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5" dirty="0">
                <a:solidFill>
                  <a:srgbClr val="F5F1E4"/>
                </a:solidFill>
                <a:latin typeface="Trebuchet MS"/>
                <a:cs typeface="Trebuchet MS"/>
              </a:rPr>
              <a:t>that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210" dirty="0">
                <a:solidFill>
                  <a:srgbClr val="F5F1E4"/>
                </a:solidFill>
                <a:latin typeface="Trebuchet MS"/>
                <a:cs typeface="Trebuchet MS"/>
              </a:rPr>
              <a:t>Pasig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90" dirty="0">
                <a:solidFill>
                  <a:srgbClr val="F5F1E4"/>
                </a:solidFill>
                <a:latin typeface="Trebuchet MS"/>
                <a:cs typeface="Trebuchet MS"/>
              </a:rPr>
              <a:t>has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00" dirty="0">
                <a:solidFill>
                  <a:srgbClr val="F5F1E4"/>
                </a:solidFill>
                <a:latin typeface="Trebuchet MS"/>
                <a:cs typeface="Trebuchet MS"/>
              </a:rPr>
              <a:t>existed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40" dirty="0">
                <a:solidFill>
                  <a:srgbClr val="F5F1E4"/>
                </a:solidFill>
                <a:latin typeface="Trebuchet MS"/>
                <a:cs typeface="Trebuchet MS"/>
              </a:rPr>
              <a:t>long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65" dirty="0">
                <a:solidFill>
                  <a:srgbClr val="F5F1E4"/>
                </a:solidFill>
                <a:latin typeface="Trebuchet MS"/>
                <a:cs typeface="Trebuchet MS"/>
              </a:rPr>
              <a:t>before</a:t>
            </a:r>
            <a:r>
              <a:rPr sz="3500" spc="-24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114" dirty="0">
                <a:solidFill>
                  <a:srgbClr val="F5F1E4"/>
                </a:solidFill>
                <a:latin typeface="Trebuchet MS"/>
                <a:cs typeface="Trebuchet MS"/>
              </a:rPr>
              <a:t>coming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95" dirty="0">
                <a:solidFill>
                  <a:srgbClr val="F5F1E4"/>
                </a:solidFill>
                <a:latin typeface="Trebuchet MS"/>
                <a:cs typeface="Trebuchet MS"/>
              </a:rPr>
              <a:t>of</a:t>
            </a:r>
            <a:r>
              <a:rPr sz="3500" spc="-2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500" spc="25" dirty="0">
                <a:solidFill>
                  <a:srgbClr val="F5F1E4"/>
                </a:solidFill>
                <a:latin typeface="Trebuchet MS"/>
                <a:cs typeface="Trebuchet MS"/>
              </a:rPr>
              <a:t>the </a:t>
            </a:r>
            <a:r>
              <a:rPr sz="3500" spc="85" dirty="0">
                <a:solidFill>
                  <a:srgbClr val="F5F1E4"/>
                </a:solidFill>
                <a:latin typeface="Trebuchet MS"/>
                <a:cs typeface="Trebuchet MS"/>
              </a:rPr>
              <a:t>Spaniards.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B34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283219" cy="10286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778" rIns="0" bIns="0" rtlCol="0">
            <a:spAutoFit/>
          </a:bodyPr>
          <a:lstStyle/>
          <a:p>
            <a:pPr marL="6884034">
              <a:lnSpc>
                <a:spcPct val="100000"/>
              </a:lnSpc>
              <a:spcBef>
                <a:spcPts val="100"/>
              </a:spcBef>
            </a:pPr>
            <a:r>
              <a:rPr sz="5500" b="0" spc="605" dirty="0">
                <a:solidFill>
                  <a:srgbClr val="F5F1E4"/>
                </a:solidFill>
                <a:latin typeface="Cambria"/>
                <a:cs typeface="Cambria"/>
              </a:rPr>
              <a:t>Most</a:t>
            </a:r>
            <a:r>
              <a:rPr sz="5500" b="0" spc="375" dirty="0">
                <a:solidFill>
                  <a:srgbClr val="F5F1E4"/>
                </a:solidFill>
                <a:latin typeface="Cambria"/>
                <a:cs typeface="Cambria"/>
              </a:rPr>
              <a:t> </a:t>
            </a:r>
            <a:r>
              <a:rPr sz="5500" b="0" spc="520" dirty="0">
                <a:solidFill>
                  <a:srgbClr val="F5F1E4"/>
                </a:solidFill>
                <a:latin typeface="Cambria"/>
                <a:cs typeface="Cambria"/>
              </a:rPr>
              <a:t>Accepted</a:t>
            </a:r>
            <a:r>
              <a:rPr sz="5500" b="0" spc="380" dirty="0">
                <a:solidFill>
                  <a:srgbClr val="F5F1E4"/>
                </a:solidFill>
                <a:latin typeface="Cambria"/>
                <a:cs typeface="Cambria"/>
              </a:rPr>
              <a:t> </a:t>
            </a:r>
            <a:r>
              <a:rPr sz="5500" b="0" spc="655" dirty="0">
                <a:solidFill>
                  <a:srgbClr val="F5F1E4"/>
                </a:solidFill>
                <a:latin typeface="Cambria"/>
                <a:cs typeface="Cambria"/>
              </a:rPr>
              <a:t>Theory</a:t>
            </a:r>
            <a:endParaRPr sz="55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62208" y="8552058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2208" y="9094984"/>
            <a:ext cx="123825" cy="1238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887559" y="2354491"/>
            <a:ext cx="8983345" cy="701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“Pasig”</a:t>
            </a:r>
            <a:r>
              <a:rPr sz="3100" spc="-1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20" dirty="0">
                <a:solidFill>
                  <a:srgbClr val="F5F1E4"/>
                </a:solidFill>
                <a:latin typeface="Trebuchet MS"/>
                <a:cs typeface="Trebuchet MS"/>
              </a:rPr>
              <a:t>is</a:t>
            </a:r>
            <a:r>
              <a:rPr sz="3100" spc="-1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60" dirty="0">
                <a:solidFill>
                  <a:srgbClr val="F5F1E4"/>
                </a:solidFill>
                <a:latin typeface="Trebuchet MS"/>
                <a:cs typeface="Trebuchet MS"/>
              </a:rPr>
              <a:t>from</a:t>
            </a:r>
            <a:r>
              <a:rPr sz="3100" spc="-1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95" dirty="0">
                <a:solidFill>
                  <a:srgbClr val="F5F1E4"/>
                </a:solidFill>
                <a:latin typeface="Trebuchet MS"/>
                <a:cs typeface="Trebuchet MS"/>
              </a:rPr>
              <a:t>Old</a:t>
            </a:r>
            <a:r>
              <a:rPr sz="3100" spc="-15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35" dirty="0">
                <a:solidFill>
                  <a:srgbClr val="F5F1E4"/>
                </a:solidFill>
                <a:latin typeface="Trebuchet MS"/>
                <a:cs typeface="Trebuchet MS"/>
              </a:rPr>
              <a:t>Sanskrit</a:t>
            </a: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3100">
              <a:latin typeface="Trebuchet MS"/>
              <a:cs typeface="Trebuchet MS"/>
            </a:endParaRPr>
          </a:p>
          <a:p>
            <a:pPr marL="12700" marR="5080" algn="just">
              <a:lnSpc>
                <a:spcPct val="114900"/>
              </a:lnSpc>
            </a:pPr>
            <a:r>
              <a:rPr sz="3100" spc="85" dirty="0">
                <a:solidFill>
                  <a:srgbClr val="F5F1E4"/>
                </a:solidFill>
                <a:latin typeface="Trebuchet MS"/>
                <a:cs typeface="Trebuchet MS"/>
              </a:rPr>
              <a:t>This</a:t>
            </a:r>
            <a:r>
              <a:rPr sz="3100" spc="14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50" dirty="0">
                <a:solidFill>
                  <a:srgbClr val="F5F1E4"/>
                </a:solidFill>
                <a:latin typeface="Trebuchet MS"/>
                <a:cs typeface="Trebuchet MS"/>
              </a:rPr>
              <a:t>theory</a:t>
            </a:r>
            <a:r>
              <a:rPr sz="3100" spc="14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20" dirty="0">
                <a:solidFill>
                  <a:srgbClr val="F5F1E4"/>
                </a:solidFill>
                <a:latin typeface="Trebuchet MS"/>
                <a:cs typeface="Trebuchet MS"/>
              </a:rPr>
              <a:t>is</a:t>
            </a:r>
            <a:r>
              <a:rPr sz="3100" spc="14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60" dirty="0">
                <a:solidFill>
                  <a:srgbClr val="F5F1E4"/>
                </a:solidFill>
                <a:latin typeface="Trebuchet MS"/>
                <a:cs typeface="Trebuchet MS"/>
              </a:rPr>
              <a:t>from</a:t>
            </a:r>
            <a:r>
              <a:rPr sz="3100" spc="14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F5F1E4"/>
                </a:solidFill>
                <a:latin typeface="Trebuchet MS"/>
                <a:cs typeface="Trebuchet MS"/>
              </a:rPr>
              <a:t>Dr.</a:t>
            </a:r>
            <a:r>
              <a:rPr sz="3100" b="1" spc="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F5F1E4"/>
                </a:solidFill>
                <a:latin typeface="Trebuchet MS"/>
                <a:cs typeface="Trebuchet MS"/>
              </a:rPr>
              <a:t>Jose</a:t>
            </a:r>
            <a:r>
              <a:rPr sz="3100" b="1" spc="85" dirty="0">
                <a:solidFill>
                  <a:srgbClr val="F5F1E4"/>
                </a:solidFill>
                <a:latin typeface="Trebuchet MS"/>
                <a:cs typeface="Trebuchet MS"/>
              </a:rPr>
              <a:t> Villa</a:t>
            </a:r>
            <a:r>
              <a:rPr sz="3100" b="1" spc="8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F5F1E4"/>
                </a:solidFill>
                <a:latin typeface="Trebuchet MS"/>
                <a:cs typeface="Trebuchet MS"/>
              </a:rPr>
              <a:t>Panganiban</a:t>
            </a: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,</a:t>
            </a:r>
            <a:r>
              <a:rPr sz="3100" spc="14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60" dirty="0">
                <a:solidFill>
                  <a:srgbClr val="F5F1E4"/>
                </a:solidFill>
                <a:latin typeface="Trebuchet MS"/>
                <a:cs typeface="Trebuchet MS"/>
              </a:rPr>
              <a:t>a </a:t>
            </a:r>
            <a:r>
              <a:rPr sz="3100" spc="125" dirty="0">
                <a:solidFill>
                  <a:srgbClr val="F5F1E4"/>
                </a:solidFill>
                <a:latin typeface="Trebuchet MS"/>
                <a:cs typeface="Trebuchet MS"/>
              </a:rPr>
              <a:t>famous</a:t>
            </a:r>
            <a:r>
              <a:rPr sz="31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Filipino</a:t>
            </a:r>
            <a:r>
              <a:rPr sz="31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40" dirty="0">
                <a:solidFill>
                  <a:srgbClr val="F5F1E4"/>
                </a:solidFill>
                <a:latin typeface="Trebuchet MS"/>
                <a:cs typeface="Trebuchet MS"/>
              </a:rPr>
              <a:t>language</a:t>
            </a:r>
            <a:r>
              <a:rPr sz="3100" spc="-13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-10" dirty="0">
                <a:solidFill>
                  <a:srgbClr val="F5F1E4"/>
                </a:solidFill>
                <a:latin typeface="Trebuchet MS"/>
                <a:cs typeface="Trebuchet MS"/>
              </a:rPr>
              <a:t>expert.</a:t>
            </a: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3100">
              <a:latin typeface="Trebuchet MS"/>
              <a:cs typeface="Trebuchet MS"/>
            </a:endParaRPr>
          </a:p>
          <a:p>
            <a:pPr marL="12700" marR="5080" algn="just">
              <a:lnSpc>
                <a:spcPct val="114900"/>
              </a:lnSpc>
            </a:pPr>
            <a:r>
              <a:rPr sz="3100" spc="175" dirty="0">
                <a:solidFill>
                  <a:srgbClr val="F5F1E4"/>
                </a:solidFill>
                <a:latin typeface="Trebuchet MS"/>
                <a:cs typeface="Trebuchet MS"/>
              </a:rPr>
              <a:t>Sabi</a:t>
            </a:r>
            <a:r>
              <a:rPr sz="3100" spc="6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nya,</a:t>
            </a:r>
            <a:r>
              <a:rPr sz="31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“</a:t>
            </a:r>
            <a:r>
              <a:rPr sz="3100" b="1" dirty="0">
                <a:solidFill>
                  <a:srgbClr val="F5F1E4"/>
                </a:solidFill>
                <a:latin typeface="Trebuchet MS"/>
                <a:cs typeface="Trebuchet MS"/>
              </a:rPr>
              <a:t>Pasig</a:t>
            </a: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”</a:t>
            </a:r>
            <a:r>
              <a:rPr sz="31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25" dirty="0">
                <a:solidFill>
                  <a:srgbClr val="F5F1E4"/>
                </a:solidFill>
                <a:latin typeface="Trebuchet MS"/>
                <a:cs typeface="Trebuchet MS"/>
              </a:rPr>
              <a:t>comes</a:t>
            </a:r>
            <a:r>
              <a:rPr sz="31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60" dirty="0">
                <a:solidFill>
                  <a:srgbClr val="F5F1E4"/>
                </a:solidFill>
                <a:latin typeface="Trebuchet MS"/>
                <a:cs typeface="Trebuchet MS"/>
              </a:rPr>
              <a:t>from</a:t>
            </a:r>
            <a:r>
              <a:rPr sz="3100" spc="6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95" dirty="0">
                <a:solidFill>
                  <a:srgbClr val="F5F1E4"/>
                </a:solidFill>
                <a:latin typeface="Trebuchet MS"/>
                <a:cs typeface="Trebuchet MS"/>
              </a:rPr>
              <a:t>an</a:t>
            </a:r>
            <a:r>
              <a:rPr sz="31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55" dirty="0">
                <a:solidFill>
                  <a:srgbClr val="F5F1E4"/>
                </a:solidFill>
                <a:latin typeface="Trebuchet MS"/>
                <a:cs typeface="Trebuchet MS"/>
              </a:rPr>
              <a:t>old</a:t>
            </a:r>
            <a:r>
              <a:rPr sz="3100" spc="62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35" dirty="0">
                <a:solidFill>
                  <a:srgbClr val="F5F1E4"/>
                </a:solidFill>
                <a:latin typeface="Trebuchet MS"/>
                <a:cs typeface="Trebuchet MS"/>
              </a:rPr>
              <a:t>Sanskrit </a:t>
            </a:r>
            <a:r>
              <a:rPr sz="3100" spc="65" dirty="0">
                <a:solidFill>
                  <a:srgbClr val="F5F1E4"/>
                </a:solidFill>
                <a:latin typeface="Trebuchet MS"/>
                <a:cs typeface="Trebuchet MS"/>
              </a:rPr>
              <a:t>word</a:t>
            </a:r>
            <a:r>
              <a:rPr sz="3100" spc="509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50" dirty="0">
                <a:solidFill>
                  <a:srgbClr val="F5F1E4"/>
                </a:solidFill>
                <a:latin typeface="Trebuchet MS"/>
                <a:cs typeface="Trebuchet MS"/>
              </a:rPr>
              <a:t>that</a:t>
            </a:r>
            <a:r>
              <a:rPr sz="3100" spc="5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30" dirty="0">
                <a:solidFill>
                  <a:srgbClr val="F5F1E4"/>
                </a:solidFill>
                <a:latin typeface="Trebuchet MS"/>
                <a:cs typeface="Trebuchet MS"/>
              </a:rPr>
              <a:t>means</a:t>
            </a:r>
            <a:r>
              <a:rPr sz="3100" spc="5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‘</a:t>
            </a:r>
            <a:r>
              <a:rPr sz="3100" b="1" u="heavy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a</a:t>
            </a:r>
            <a:r>
              <a:rPr sz="3100" b="1" u="heavy" spc="459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 </a:t>
            </a:r>
            <a:r>
              <a:rPr sz="3100" b="1" u="heavy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river</a:t>
            </a:r>
            <a:r>
              <a:rPr sz="3100" b="1" u="heavy" spc="455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 </a:t>
            </a:r>
            <a:r>
              <a:rPr sz="3100" b="1" u="heavy" spc="55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that</a:t>
            </a:r>
            <a:r>
              <a:rPr sz="3100" b="1" u="heavy" spc="455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 </a:t>
            </a:r>
            <a:r>
              <a:rPr sz="3100" b="1" u="heavy" spc="90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flows</a:t>
            </a:r>
            <a:r>
              <a:rPr sz="3100" b="1" u="heavy" spc="459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 </a:t>
            </a:r>
            <a:r>
              <a:rPr sz="3100" b="1" u="heavy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from</a:t>
            </a:r>
            <a:r>
              <a:rPr sz="3100" b="1" u="heavy" spc="455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 </a:t>
            </a:r>
            <a:r>
              <a:rPr sz="3100" b="1" u="heavy" spc="-25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one</a:t>
            </a:r>
            <a:r>
              <a:rPr sz="3100" b="1" spc="-2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b="1" u="heavy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body</a:t>
            </a:r>
            <a:r>
              <a:rPr sz="3100" b="1" u="heavy" spc="375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 </a:t>
            </a:r>
            <a:r>
              <a:rPr sz="3100" b="1" u="heavy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of</a:t>
            </a:r>
            <a:r>
              <a:rPr sz="3100" b="1" u="heavy" spc="-280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 </a:t>
            </a:r>
            <a:r>
              <a:rPr sz="3100" b="1" u="heavy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water</a:t>
            </a:r>
            <a:r>
              <a:rPr sz="3100" b="1" u="heavy" spc="-280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 </a:t>
            </a:r>
            <a:r>
              <a:rPr sz="3100" b="1" u="heavy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to</a:t>
            </a:r>
            <a:r>
              <a:rPr sz="3100" b="1" u="heavy" spc="-280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 </a:t>
            </a:r>
            <a:r>
              <a:rPr sz="3100" b="1" u="heavy" spc="-10" dirty="0">
                <a:solidFill>
                  <a:srgbClr val="F5F1E4"/>
                </a:solidFill>
                <a:uFill>
                  <a:solidFill>
                    <a:srgbClr val="F5F1E4"/>
                  </a:solidFill>
                </a:uFill>
                <a:latin typeface="Trebuchet MS"/>
                <a:cs typeface="Trebuchet MS"/>
              </a:rPr>
              <a:t>another</a:t>
            </a:r>
            <a:r>
              <a:rPr sz="3100" spc="-10" dirty="0">
                <a:solidFill>
                  <a:srgbClr val="F5F1E4"/>
                </a:solidFill>
                <a:latin typeface="Trebuchet MS"/>
                <a:cs typeface="Trebuchet MS"/>
              </a:rPr>
              <a:t>.’”</a:t>
            </a: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3100">
              <a:latin typeface="Trebuchet MS"/>
              <a:cs typeface="Trebuchet MS"/>
            </a:endParaRPr>
          </a:p>
          <a:p>
            <a:pPr marL="12700" marR="5080" algn="just">
              <a:lnSpc>
                <a:spcPct val="114900"/>
              </a:lnSpc>
            </a:pPr>
            <a:r>
              <a:rPr sz="3100" spc="85" dirty="0">
                <a:solidFill>
                  <a:srgbClr val="F5F1E4"/>
                </a:solidFill>
                <a:latin typeface="Trebuchet MS"/>
                <a:cs typeface="Trebuchet MS"/>
              </a:rPr>
              <a:t>This</a:t>
            </a:r>
            <a:r>
              <a:rPr sz="3100" spc="-2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3100" spc="85" dirty="0">
                <a:solidFill>
                  <a:srgbClr val="F5F1E4"/>
                </a:solidFill>
                <a:latin typeface="Trebuchet MS"/>
                <a:cs typeface="Trebuchet MS"/>
              </a:rPr>
              <a:t>fits</a:t>
            </a:r>
            <a:r>
              <a:rPr sz="3100" spc="-1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3100" spc="60" dirty="0">
                <a:solidFill>
                  <a:srgbClr val="F5F1E4"/>
                </a:solidFill>
                <a:latin typeface="Trebuchet MS"/>
                <a:cs typeface="Trebuchet MS"/>
              </a:rPr>
              <a:t>perfectly</a:t>
            </a:r>
            <a:r>
              <a:rPr sz="3100" spc="-2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with</a:t>
            </a:r>
            <a:r>
              <a:rPr sz="3100" spc="-1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3100" spc="75" dirty="0">
                <a:solidFill>
                  <a:srgbClr val="F5F1E4"/>
                </a:solidFill>
                <a:latin typeface="Trebuchet MS"/>
                <a:cs typeface="Trebuchet MS"/>
              </a:rPr>
              <a:t>what</a:t>
            </a:r>
            <a:r>
              <a:rPr sz="3100" spc="-1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the</a:t>
            </a:r>
            <a:r>
              <a:rPr sz="3100" spc="-20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3100" spc="190" dirty="0">
                <a:solidFill>
                  <a:srgbClr val="F5F1E4"/>
                </a:solidFill>
                <a:latin typeface="Trebuchet MS"/>
                <a:cs typeface="Trebuchet MS"/>
              </a:rPr>
              <a:t>Pasig</a:t>
            </a:r>
            <a:r>
              <a:rPr sz="3100" spc="-15" dirty="0">
                <a:solidFill>
                  <a:srgbClr val="F5F1E4"/>
                </a:solidFill>
                <a:latin typeface="Trebuchet MS"/>
                <a:cs typeface="Trebuchet MS"/>
              </a:rPr>
              <a:t>  </a:t>
            </a:r>
            <a:r>
              <a:rPr sz="3100" spc="35" dirty="0">
                <a:solidFill>
                  <a:srgbClr val="F5F1E4"/>
                </a:solidFill>
                <a:latin typeface="Trebuchet MS"/>
                <a:cs typeface="Trebuchet MS"/>
              </a:rPr>
              <a:t>River </a:t>
            </a:r>
            <a:r>
              <a:rPr sz="3100" spc="110" dirty="0">
                <a:solidFill>
                  <a:srgbClr val="F5F1E4"/>
                </a:solidFill>
                <a:latin typeface="Trebuchet MS"/>
                <a:cs typeface="Trebuchet MS"/>
              </a:rPr>
              <a:t>does</a:t>
            </a:r>
            <a:endParaRPr sz="3100">
              <a:latin typeface="Trebuchet MS"/>
              <a:cs typeface="Trebuchet MS"/>
            </a:endParaRPr>
          </a:p>
          <a:p>
            <a:pPr marL="681355" marR="1065530">
              <a:lnSpc>
                <a:spcPct val="114900"/>
              </a:lnSpc>
              <a:spcBef>
                <a:spcPts val="5"/>
              </a:spcBef>
            </a:pP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It</a:t>
            </a:r>
            <a:r>
              <a:rPr sz="3100" spc="-21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20" dirty="0">
                <a:solidFill>
                  <a:srgbClr val="F5F1E4"/>
                </a:solidFill>
                <a:latin typeface="Trebuchet MS"/>
                <a:cs typeface="Trebuchet MS"/>
              </a:rPr>
              <a:t>flows</a:t>
            </a:r>
            <a:r>
              <a:rPr sz="3100" spc="-2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60" dirty="0">
                <a:solidFill>
                  <a:srgbClr val="F5F1E4"/>
                </a:solidFill>
                <a:latin typeface="Trebuchet MS"/>
                <a:cs typeface="Trebuchet MS"/>
              </a:rPr>
              <a:t>from</a:t>
            </a:r>
            <a:r>
              <a:rPr sz="3100" spc="-2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55" dirty="0">
                <a:solidFill>
                  <a:srgbClr val="F5F1E4"/>
                </a:solidFill>
                <a:latin typeface="Trebuchet MS"/>
                <a:cs typeface="Trebuchet MS"/>
              </a:rPr>
              <a:t>Laguna</a:t>
            </a:r>
            <a:r>
              <a:rPr sz="3100" spc="-2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70" dirty="0">
                <a:solidFill>
                  <a:srgbClr val="F5F1E4"/>
                </a:solidFill>
                <a:latin typeface="Trebuchet MS"/>
                <a:cs typeface="Trebuchet MS"/>
              </a:rPr>
              <a:t>de</a:t>
            </a:r>
            <a:r>
              <a:rPr sz="3100" spc="-2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80" dirty="0">
                <a:solidFill>
                  <a:srgbClr val="F5F1E4"/>
                </a:solidFill>
                <a:latin typeface="Trebuchet MS"/>
                <a:cs typeface="Trebuchet MS"/>
              </a:rPr>
              <a:t>Bay</a:t>
            </a:r>
            <a:r>
              <a:rPr sz="3100" spc="-2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-55" dirty="0">
                <a:solidFill>
                  <a:srgbClr val="F5F1E4"/>
                </a:solidFill>
                <a:latin typeface="Trebuchet MS"/>
                <a:cs typeface="Trebuchet MS"/>
              </a:rPr>
              <a:t>(a</a:t>
            </a:r>
            <a:r>
              <a:rPr sz="3100" spc="-2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30" dirty="0">
                <a:solidFill>
                  <a:srgbClr val="F5F1E4"/>
                </a:solidFill>
                <a:latin typeface="Trebuchet MS"/>
                <a:cs typeface="Trebuchet MS"/>
              </a:rPr>
              <a:t>big</a:t>
            </a:r>
            <a:r>
              <a:rPr sz="3100" spc="-21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-10" dirty="0">
                <a:solidFill>
                  <a:srgbClr val="F5F1E4"/>
                </a:solidFill>
                <a:latin typeface="Trebuchet MS"/>
                <a:cs typeface="Trebuchet MS"/>
              </a:rPr>
              <a:t>lake) </a:t>
            </a:r>
            <a:r>
              <a:rPr sz="3100" dirty="0">
                <a:solidFill>
                  <a:srgbClr val="F5F1E4"/>
                </a:solidFill>
                <a:latin typeface="Trebuchet MS"/>
                <a:cs typeface="Trebuchet MS"/>
              </a:rPr>
              <a:t>To</a:t>
            </a:r>
            <a:r>
              <a:rPr sz="3100" spc="-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25" dirty="0">
                <a:solidFill>
                  <a:srgbClr val="F5F1E4"/>
                </a:solidFill>
                <a:latin typeface="Trebuchet MS"/>
                <a:cs typeface="Trebuchet MS"/>
              </a:rPr>
              <a:t>Manila</a:t>
            </a:r>
            <a:r>
              <a:rPr sz="3100" spc="-1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180" dirty="0">
                <a:solidFill>
                  <a:srgbClr val="F5F1E4"/>
                </a:solidFill>
                <a:latin typeface="Trebuchet MS"/>
                <a:cs typeface="Trebuchet MS"/>
              </a:rPr>
              <a:t>Bay</a:t>
            </a:r>
            <a:r>
              <a:rPr sz="3100" spc="-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-55" dirty="0">
                <a:solidFill>
                  <a:srgbClr val="F5F1E4"/>
                </a:solidFill>
                <a:latin typeface="Trebuchet MS"/>
                <a:cs typeface="Trebuchet MS"/>
              </a:rPr>
              <a:t>(a</a:t>
            </a:r>
            <a:r>
              <a:rPr sz="3100" spc="-185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75" dirty="0">
                <a:solidFill>
                  <a:srgbClr val="F5F1E4"/>
                </a:solidFill>
                <a:latin typeface="Trebuchet MS"/>
                <a:cs typeface="Trebuchet MS"/>
              </a:rPr>
              <a:t>saltwater</a:t>
            </a:r>
            <a:r>
              <a:rPr sz="3100" spc="-190" dirty="0">
                <a:solidFill>
                  <a:srgbClr val="F5F1E4"/>
                </a:solidFill>
                <a:latin typeface="Trebuchet MS"/>
                <a:cs typeface="Trebuchet MS"/>
              </a:rPr>
              <a:t> </a:t>
            </a:r>
            <a:r>
              <a:rPr sz="3100" spc="-20" dirty="0">
                <a:solidFill>
                  <a:srgbClr val="F5F1E4"/>
                </a:solidFill>
                <a:latin typeface="Trebuchet MS"/>
                <a:cs typeface="Trebuchet MS"/>
              </a:rPr>
              <a:t>bay)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83804" rIns="0" bIns="0" rtlCol="0">
            <a:spAutoFit/>
          </a:bodyPr>
          <a:lstStyle/>
          <a:p>
            <a:pPr marL="1732280">
              <a:lnSpc>
                <a:spcPct val="100000"/>
              </a:lnSpc>
              <a:spcBef>
                <a:spcPts val="100"/>
              </a:spcBef>
            </a:pPr>
            <a:r>
              <a:rPr sz="7000" spc="395" dirty="0"/>
              <a:t>British</a:t>
            </a:r>
            <a:r>
              <a:rPr sz="7000" spc="330" dirty="0"/>
              <a:t> </a:t>
            </a:r>
            <a:r>
              <a:rPr sz="7000" spc="650" dirty="0"/>
              <a:t>Occupation</a:t>
            </a:r>
            <a:r>
              <a:rPr sz="7000" spc="330" dirty="0"/>
              <a:t> </a:t>
            </a:r>
            <a:r>
              <a:rPr sz="7000" spc="695" dirty="0"/>
              <a:t>of</a:t>
            </a:r>
            <a:r>
              <a:rPr sz="7000" spc="335" dirty="0"/>
              <a:t> </a:t>
            </a:r>
            <a:r>
              <a:rPr sz="7000" spc="365" dirty="0"/>
              <a:t>Pasig</a:t>
            </a:r>
            <a:endParaRPr sz="7000"/>
          </a:p>
        </p:txBody>
      </p:sp>
      <p:sp>
        <p:nvSpPr>
          <p:cNvPr id="4" name="object 4"/>
          <p:cNvSpPr txBox="1"/>
          <p:nvPr/>
        </p:nvSpPr>
        <p:spPr>
          <a:xfrm>
            <a:off x="8395196" y="6321962"/>
            <a:ext cx="14979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dirty="0">
                <a:solidFill>
                  <a:srgbClr val="3B342E"/>
                </a:solidFill>
                <a:latin typeface="Trebuchet MS"/>
                <a:cs typeface="Trebuchet MS"/>
              </a:rPr>
              <a:t>lagowt</a:t>
            </a:r>
            <a:r>
              <a:rPr sz="3000" i="1" spc="-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000" i="1" spc="-350" dirty="0">
                <a:solidFill>
                  <a:srgbClr val="3B342E"/>
                </a:solidFill>
                <a:latin typeface="Trebuchet MS"/>
                <a:cs typeface="Trebuchet MS"/>
              </a:rPr>
              <a:t>:(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6122" y="232186"/>
            <a:ext cx="16715740" cy="9883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599"/>
              </a:lnSpc>
              <a:spcBef>
                <a:spcPts val="95"/>
              </a:spcBef>
            </a:pPr>
            <a:r>
              <a:rPr sz="3700" b="1" spc="215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3700" b="1" spc="5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55" dirty="0">
                <a:solidFill>
                  <a:srgbClr val="3B342E"/>
                </a:solidFill>
                <a:latin typeface="Trebuchet MS"/>
                <a:cs typeface="Trebuchet MS"/>
              </a:rPr>
              <a:t>figured</a:t>
            </a:r>
            <a:r>
              <a:rPr sz="3700" b="1" spc="5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dirty="0">
                <a:solidFill>
                  <a:srgbClr val="3B342E"/>
                </a:solidFill>
                <a:latin typeface="Trebuchet MS"/>
                <a:cs typeface="Trebuchet MS"/>
              </a:rPr>
              <a:t>prominently</a:t>
            </a:r>
            <a:r>
              <a:rPr sz="3700" b="1" spc="5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55" dirty="0">
                <a:solidFill>
                  <a:srgbClr val="3B342E"/>
                </a:solidFill>
                <a:latin typeface="Trebuchet MS"/>
                <a:cs typeface="Trebuchet MS"/>
              </a:rPr>
              <a:t>during</a:t>
            </a:r>
            <a:r>
              <a:rPr sz="3700" b="1" spc="5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b="1" spc="5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75" dirty="0">
                <a:solidFill>
                  <a:srgbClr val="3B342E"/>
                </a:solidFill>
                <a:latin typeface="Trebuchet MS"/>
                <a:cs typeface="Trebuchet MS"/>
              </a:rPr>
              <a:t>British</a:t>
            </a:r>
            <a:r>
              <a:rPr sz="3700" b="1" spc="5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dirty="0">
                <a:solidFill>
                  <a:srgbClr val="3B342E"/>
                </a:solidFill>
                <a:latin typeface="Trebuchet MS"/>
                <a:cs typeface="Trebuchet MS"/>
              </a:rPr>
              <a:t>invasion</a:t>
            </a:r>
            <a:r>
              <a:rPr sz="3700" b="1" spc="5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50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b="1" spc="5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b="1" spc="5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40" dirty="0">
                <a:solidFill>
                  <a:srgbClr val="3B342E"/>
                </a:solidFill>
                <a:latin typeface="Trebuchet MS"/>
                <a:cs typeface="Trebuchet MS"/>
              </a:rPr>
              <a:t>Philippines </a:t>
            </a:r>
            <a:r>
              <a:rPr sz="3700" b="1" spc="55" dirty="0">
                <a:solidFill>
                  <a:srgbClr val="3B342E"/>
                </a:solidFill>
                <a:latin typeface="Trebuchet MS"/>
                <a:cs typeface="Trebuchet MS"/>
              </a:rPr>
              <a:t>during</a:t>
            </a:r>
            <a:r>
              <a:rPr sz="3700" b="1" spc="-3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b="1" spc="-3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-60" dirty="0">
                <a:solidFill>
                  <a:srgbClr val="3B342E"/>
                </a:solidFill>
                <a:latin typeface="Trebuchet MS"/>
                <a:cs typeface="Trebuchet MS"/>
              </a:rPr>
              <a:t>18th</a:t>
            </a:r>
            <a:r>
              <a:rPr sz="3700" b="1" spc="-3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-10" dirty="0">
                <a:solidFill>
                  <a:srgbClr val="3B342E"/>
                </a:solidFill>
                <a:latin typeface="Trebuchet MS"/>
                <a:cs typeface="Trebuchet MS"/>
              </a:rPr>
              <a:t>century.</a:t>
            </a:r>
            <a:endParaRPr sz="3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37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3700" spc="265" dirty="0">
                <a:solidFill>
                  <a:srgbClr val="3B342E"/>
                </a:solidFill>
                <a:latin typeface="Trebuchet MS"/>
                <a:cs typeface="Trebuchet MS"/>
              </a:rPr>
              <a:t>An</a:t>
            </a:r>
            <a:r>
              <a:rPr sz="37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5" dirty="0">
                <a:solidFill>
                  <a:srgbClr val="3B342E"/>
                </a:solidFill>
                <a:latin typeface="Trebuchet MS"/>
                <a:cs typeface="Trebuchet MS"/>
              </a:rPr>
              <a:t>old</a:t>
            </a:r>
            <a:r>
              <a:rPr sz="37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5" dirty="0">
                <a:solidFill>
                  <a:srgbClr val="3B342E"/>
                </a:solidFill>
                <a:latin typeface="Trebuchet MS"/>
                <a:cs typeface="Trebuchet MS"/>
              </a:rPr>
              <a:t>account</a:t>
            </a:r>
            <a:r>
              <a:rPr sz="37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5" dirty="0">
                <a:solidFill>
                  <a:srgbClr val="3B342E"/>
                </a:solidFill>
                <a:latin typeface="Trebuchet MS"/>
                <a:cs typeface="Trebuchet MS"/>
              </a:rPr>
              <a:t>British</a:t>
            </a:r>
            <a:r>
              <a:rPr sz="37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5" dirty="0">
                <a:solidFill>
                  <a:srgbClr val="3B342E"/>
                </a:solidFill>
                <a:latin typeface="Trebuchet MS"/>
                <a:cs typeface="Trebuchet MS"/>
              </a:rPr>
              <a:t>occupation</a:t>
            </a:r>
            <a:r>
              <a:rPr sz="37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25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37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5" dirty="0">
                <a:solidFill>
                  <a:srgbClr val="3B342E"/>
                </a:solidFill>
                <a:latin typeface="Trebuchet MS"/>
                <a:cs typeface="Trebuchet MS"/>
              </a:rPr>
              <a:t>which</a:t>
            </a:r>
            <a:r>
              <a:rPr sz="37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65" dirty="0">
                <a:solidFill>
                  <a:srgbClr val="3B342E"/>
                </a:solidFill>
                <a:latin typeface="Trebuchet MS"/>
                <a:cs typeface="Trebuchet MS"/>
              </a:rPr>
              <a:t>began</a:t>
            </a:r>
            <a:r>
              <a:rPr sz="37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on</a:t>
            </a:r>
            <a:endParaRPr sz="37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735"/>
              </a:spcBef>
            </a:pPr>
            <a:r>
              <a:rPr sz="3700" b="1" spc="45" dirty="0">
                <a:solidFill>
                  <a:srgbClr val="3B342E"/>
                </a:solidFill>
                <a:latin typeface="Trebuchet MS"/>
                <a:cs typeface="Trebuchet MS"/>
              </a:rPr>
              <a:t>November</a:t>
            </a:r>
            <a:r>
              <a:rPr sz="3700" b="1" spc="-3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-30" dirty="0">
                <a:solidFill>
                  <a:srgbClr val="3B342E"/>
                </a:solidFill>
                <a:latin typeface="Trebuchet MS"/>
                <a:cs typeface="Trebuchet MS"/>
              </a:rPr>
              <a:t>8,</a:t>
            </a:r>
            <a:r>
              <a:rPr sz="3700" b="1" spc="-3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-10" dirty="0">
                <a:solidFill>
                  <a:srgbClr val="3B342E"/>
                </a:solidFill>
                <a:latin typeface="Trebuchet MS"/>
                <a:cs typeface="Trebuchet MS"/>
              </a:rPr>
              <a:t>1762</a:t>
            </a:r>
            <a:r>
              <a:rPr sz="3700" spc="-10" dirty="0">
                <a:solidFill>
                  <a:srgbClr val="3B342E"/>
                </a:solidFill>
                <a:latin typeface="Trebuchet MS"/>
                <a:cs typeface="Trebuchet MS"/>
              </a:rPr>
              <a:t>.</a:t>
            </a:r>
            <a:endParaRPr sz="3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3700">
              <a:latin typeface="Trebuchet MS"/>
              <a:cs typeface="Trebuchet MS"/>
            </a:endParaRPr>
          </a:p>
          <a:p>
            <a:pPr marL="12700" marR="5080" algn="just">
              <a:lnSpc>
                <a:spcPct val="116599"/>
              </a:lnSpc>
            </a:pPr>
            <a:r>
              <a:rPr sz="3700" b="1" u="sng" spc="13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Simon</a:t>
            </a:r>
            <a:r>
              <a:rPr sz="3700" b="1" u="sng" spc="-28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b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de</a:t>
            </a:r>
            <a:r>
              <a:rPr sz="3700" b="1" u="sng" spc="-28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b="1" u="sng" spc="13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Anda</a:t>
            </a:r>
            <a:r>
              <a:rPr sz="3700" b="1" spc="-229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sought</a:t>
            </a:r>
            <a:r>
              <a:rPr sz="3700" spc="-2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3700" spc="-2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35" dirty="0">
                <a:solidFill>
                  <a:srgbClr val="3B342E"/>
                </a:solidFill>
                <a:latin typeface="Trebuchet MS"/>
                <a:cs typeface="Trebuchet MS"/>
              </a:rPr>
              <a:t>dislodge</a:t>
            </a:r>
            <a:r>
              <a:rPr sz="3700" spc="-2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2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5" dirty="0">
                <a:solidFill>
                  <a:srgbClr val="3B342E"/>
                </a:solidFill>
                <a:latin typeface="Trebuchet MS"/>
                <a:cs typeface="Trebuchet MS"/>
              </a:rPr>
              <a:t>British</a:t>
            </a:r>
            <a:r>
              <a:rPr sz="3700" spc="-2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5" dirty="0">
                <a:solidFill>
                  <a:srgbClr val="3B342E"/>
                </a:solidFill>
                <a:latin typeface="Trebuchet MS"/>
                <a:cs typeface="Trebuchet MS"/>
              </a:rPr>
              <a:t>from</a:t>
            </a:r>
            <a:r>
              <a:rPr sz="3700" spc="-2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2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fallen</a:t>
            </a:r>
            <a:r>
              <a:rPr sz="3700" spc="-2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0" dirty="0">
                <a:solidFill>
                  <a:srgbClr val="3B342E"/>
                </a:solidFill>
                <a:latin typeface="Trebuchet MS"/>
                <a:cs typeface="Trebuchet MS"/>
              </a:rPr>
              <a:t>city</a:t>
            </a:r>
            <a:r>
              <a:rPr sz="3700" spc="-2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(of</a:t>
            </a:r>
            <a:r>
              <a:rPr sz="3700" spc="-2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5" dirty="0">
                <a:solidFill>
                  <a:srgbClr val="3B342E"/>
                </a:solidFill>
                <a:latin typeface="Trebuchet MS"/>
                <a:cs typeface="Trebuchet MS"/>
              </a:rPr>
              <a:t>Manila) </a:t>
            </a:r>
            <a:r>
              <a:rPr sz="3700" spc="130" dirty="0">
                <a:solidFill>
                  <a:srgbClr val="3B342E"/>
                </a:solidFill>
                <a:latin typeface="Trebuchet MS"/>
                <a:cs typeface="Trebuchet MS"/>
              </a:rPr>
              <a:t>by</a:t>
            </a:r>
            <a:r>
              <a:rPr sz="3700" spc="1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20" dirty="0">
                <a:solidFill>
                  <a:srgbClr val="3B342E"/>
                </a:solidFill>
                <a:latin typeface="Trebuchet MS"/>
                <a:cs typeface="Trebuchet MS"/>
              </a:rPr>
              <a:t>starving</a:t>
            </a:r>
            <a:r>
              <a:rPr sz="3700" spc="1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them.</a:t>
            </a:r>
            <a:r>
              <a:rPr sz="3700" spc="1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1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u="sng" spc="6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main</a:t>
            </a:r>
            <a:r>
              <a:rPr sz="3700" u="sng" spc="12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u="sng" spc="12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source</a:t>
            </a:r>
            <a:r>
              <a:rPr sz="3700" u="sng" spc="12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u="sng" spc="10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of</a:t>
            </a:r>
            <a:r>
              <a:rPr sz="3700" u="sng" spc="12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u="sng" spc="13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supp</a:t>
            </a:r>
            <a:r>
              <a:rPr sz="3700" u="sng" spc="14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l</a:t>
            </a:r>
            <a:r>
              <a:rPr sz="3700" u="sng" spc="-39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y</a:t>
            </a:r>
            <a:r>
              <a:rPr sz="3700" u="sng" spc="-7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 </a:t>
            </a:r>
            <a:r>
              <a:rPr sz="3700" u="sng" spc="21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was</a:t>
            </a:r>
            <a:r>
              <a:rPr sz="3700" u="sng" spc="12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u="sng" spc="5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the</a:t>
            </a:r>
            <a:r>
              <a:rPr sz="3700" u="sng" spc="12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u="sng" spc="24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Pasig</a:t>
            </a:r>
            <a:r>
              <a:rPr sz="3700" u="sng" spc="459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u="sng" spc="6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River</a:t>
            </a:r>
            <a:r>
              <a:rPr sz="3700" spc="1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traffic</a:t>
            </a:r>
            <a:r>
              <a:rPr sz="3700" spc="1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-25" dirty="0">
                <a:solidFill>
                  <a:srgbClr val="3B342E"/>
                </a:solidFill>
                <a:latin typeface="Trebuchet MS"/>
                <a:cs typeface="Trebuchet MS"/>
              </a:rPr>
              <a:t>of </a:t>
            </a:r>
            <a:r>
              <a:rPr sz="3700" spc="140" dirty="0">
                <a:solidFill>
                  <a:srgbClr val="3B342E"/>
                </a:solidFill>
                <a:latin typeface="Trebuchet MS"/>
                <a:cs typeface="Trebuchet MS"/>
              </a:rPr>
              <a:t>boats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5" dirty="0">
                <a:solidFill>
                  <a:srgbClr val="3B342E"/>
                </a:solidFill>
                <a:latin typeface="Trebuchet MS"/>
                <a:cs typeface="Trebuchet MS"/>
              </a:rPr>
              <a:t>from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40" dirty="0">
                <a:solidFill>
                  <a:srgbClr val="3B342E"/>
                </a:solidFill>
                <a:latin typeface="Trebuchet MS"/>
                <a:cs typeface="Trebuchet MS"/>
              </a:rPr>
              <a:t>Bai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towns.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95" dirty="0">
                <a:solidFill>
                  <a:srgbClr val="3B342E"/>
                </a:solidFill>
                <a:latin typeface="Trebuchet MS"/>
                <a:cs typeface="Trebuchet MS"/>
              </a:rPr>
              <a:t>Anda</a:t>
            </a:r>
            <a:r>
              <a:rPr sz="3700" spc="18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0" dirty="0">
                <a:solidFill>
                  <a:srgbClr val="3B342E"/>
                </a:solidFill>
                <a:latin typeface="Trebuchet MS"/>
                <a:cs typeface="Trebuchet MS"/>
              </a:rPr>
              <a:t>occupied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25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with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35" dirty="0">
                <a:solidFill>
                  <a:srgbClr val="3B342E"/>
                </a:solidFill>
                <a:latin typeface="Trebuchet MS"/>
                <a:cs typeface="Trebuchet MS"/>
              </a:rPr>
              <a:t>a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5" dirty="0">
                <a:solidFill>
                  <a:srgbClr val="3B342E"/>
                </a:solidFill>
                <a:latin typeface="Trebuchet MS"/>
                <a:cs typeface="Trebuchet MS"/>
              </a:rPr>
              <a:t>force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5" dirty="0">
                <a:solidFill>
                  <a:srgbClr val="3B342E"/>
                </a:solidFill>
                <a:latin typeface="Trebuchet MS"/>
                <a:cs typeface="Trebuchet MS"/>
              </a:rPr>
              <a:t>under</a:t>
            </a:r>
            <a:r>
              <a:rPr sz="3700" spc="18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Bustos,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5" dirty="0">
                <a:solidFill>
                  <a:srgbClr val="3B342E"/>
                </a:solidFill>
                <a:latin typeface="Trebuchet MS"/>
                <a:cs typeface="Trebuchet MS"/>
              </a:rPr>
              <a:t>thereby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5" dirty="0">
                <a:solidFill>
                  <a:srgbClr val="3B342E"/>
                </a:solidFill>
                <a:latin typeface="Trebuchet MS"/>
                <a:cs typeface="Trebuchet MS"/>
              </a:rPr>
              <a:t>cut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0" dirty="0">
                <a:solidFill>
                  <a:srgbClr val="3B342E"/>
                </a:solidFill>
                <a:latin typeface="Trebuchet MS"/>
                <a:cs typeface="Trebuchet MS"/>
              </a:rPr>
              <a:t>off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5" dirty="0">
                <a:solidFill>
                  <a:srgbClr val="3B342E"/>
                </a:solidFill>
                <a:latin typeface="Trebuchet MS"/>
                <a:cs typeface="Trebuchet MS"/>
              </a:rPr>
              <a:t>flow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foodstuffs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into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40" dirty="0">
                <a:solidFill>
                  <a:srgbClr val="3B342E"/>
                </a:solidFill>
                <a:latin typeface="Trebuchet MS"/>
                <a:cs typeface="Trebuchet MS"/>
              </a:rPr>
              <a:t>Manila.</a:t>
            </a:r>
            <a:endParaRPr sz="3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37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3700" b="1" spc="50" dirty="0">
                <a:solidFill>
                  <a:srgbClr val="3B342E"/>
                </a:solidFill>
                <a:latin typeface="Trebuchet MS"/>
                <a:cs typeface="Trebuchet MS"/>
              </a:rPr>
              <a:t>General</a:t>
            </a:r>
            <a:r>
              <a:rPr sz="3700" b="1" spc="-3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dirty="0">
                <a:solidFill>
                  <a:srgbClr val="3B342E"/>
                </a:solidFill>
                <a:latin typeface="Trebuchet MS"/>
                <a:cs typeface="Trebuchet MS"/>
              </a:rPr>
              <a:t>Draper</a:t>
            </a:r>
            <a:r>
              <a:rPr sz="3700" b="1" spc="-2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-229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2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5" dirty="0">
                <a:solidFill>
                  <a:srgbClr val="3B342E"/>
                </a:solidFill>
                <a:latin typeface="Trebuchet MS"/>
                <a:cs typeface="Trebuchet MS"/>
              </a:rPr>
              <a:t>British</a:t>
            </a:r>
            <a:r>
              <a:rPr sz="3700" spc="-2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had</a:t>
            </a:r>
            <a:r>
              <a:rPr sz="3700" spc="-229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3700" spc="-2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take</a:t>
            </a:r>
            <a:r>
              <a:rPr sz="3700" spc="-229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35" dirty="0">
                <a:solidFill>
                  <a:srgbClr val="3B342E"/>
                </a:solidFill>
                <a:latin typeface="Trebuchet MS"/>
                <a:cs typeface="Trebuchet MS"/>
              </a:rPr>
              <a:t>a</a:t>
            </a:r>
            <a:r>
              <a:rPr sz="3700" spc="-2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0" dirty="0">
                <a:solidFill>
                  <a:srgbClr val="3B342E"/>
                </a:solidFill>
                <a:latin typeface="Trebuchet MS"/>
                <a:cs typeface="Trebuchet MS"/>
              </a:rPr>
              <a:t>countermeasure;</a:t>
            </a:r>
            <a:r>
              <a:rPr sz="3700" spc="-229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5" dirty="0">
                <a:solidFill>
                  <a:srgbClr val="3B342E"/>
                </a:solidFill>
                <a:latin typeface="Trebuchet MS"/>
                <a:cs typeface="Trebuchet MS"/>
              </a:rPr>
              <a:t>he</a:t>
            </a:r>
            <a:r>
              <a:rPr sz="3700" spc="-2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sent</a:t>
            </a:r>
            <a:endParaRPr sz="3700">
              <a:latin typeface="Trebuchet MS"/>
              <a:cs typeface="Trebuchet MS"/>
            </a:endParaRPr>
          </a:p>
          <a:p>
            <a:pPr marL="12700" marR="5080" algn="just">
              <a:lnSpc>
                <a:spcPts val="5170"/>
              </a:lnSpc>
              <a:spcBef>
                <a:spcPts val="114"/>
              </a:spcBef>
            </a:pPr>
            <a:r>
              <a:rPr sz="3700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Lt.</a:t>
            </a:r>
            <a:r>
              <a:rPr sz="3700" u="sng" spc="15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u="sng" spc="14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Thomas</a:t>
            </a:r>
            <a:r>
              <a:rPr sz="3700" u="sng" spc="16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u="sng" spc="15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Blackhouse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5" dirty="0">
                <a:solidFill>
                  <a:srgbClr val="3B342E"/>
                </a:solidFill>
                <a:latin typeface="Trebuchet MS"/>
                <a:cs typeface="Trebuchet MS"/>
              </a:rPr>
              <a:t>reopen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25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river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boats.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20" dirty="0">
                <a:solidFill>
                  <a:srgbClr val="3B342E"/>
                </a:solidFill>
                <a:latin typeface="Trebuchet MS"/>
                <a:cs typeface="Trebuchet MS"/>
              </a:rPr>
              <a:t>At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40" dirty="0">
                <a:solidFill>
                  <a:srgbClr val="3B342E"/>
                </a:solidFill>
                <a:latin typeface="Trebuchet MS"/>
                <a:cs typeface="Trebuchet MS"/>
              </a:rPr>
              <a:t>Maybunga,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5" dirty="0">
                <a:solidFill>
                  <a:srgbClr val="3B342E"/>
                </a:solidFill>
                <a:latin typeface="Trebuchet MS"/>
                <a:cs typeface="Trebuchet MS"/>
              </a:rPr>
              <a:t>a </a:t>
            </a:r>
            <a:r>
              <a:rPr sz="3700" spc="130" dirty="0">
                <a:solidFill>
                  <a:srgbClr val="3B342E"/>
                </a:solidFill>
                <a:latin typeface="Trebuchet MS"/>
                <a:cs typeface="Trebuchet MS"/>
              </a:rPr>
              <a:t>basin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-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0" dirty="0">
                <a:solidFill>
                  <a:srgbClr val="3B342E"/>
                </a:solidFill>
                <a:latin typeface="Trebuchet MS"/>
                <a:cs typeface="Trebuchet MS"/>
              </a:rPr>
              <a:t>Pasig,</a:t>
            </a:r>
            <a:r>
              <a:rPr sz="3700" spc="-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5" dirty="0">
                <a:solidFill>
                  <a:srgbClr val="3B342E"/>
                </a:solidFill>
                <a:latin typeface="Trebuchet MS"/>
                <a:cs typeface="Trebuchet MS"/>
              </a:rPr>
              <a:t>British</a:t>
            </a:r>
            <a:r>
              <a:rPr sz="3700" spc="-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3700" spc="-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04" dirty="0">
                <a:solidFill>
                  <a:srgbClr val="3B342E"/>
                </a:solidFill>
                <a:latin typeface="Trebuchet MS"/>
                <a:cs typeface="Trebuchet MS"/>
              </a:rPr>
              <a:t>Spanish</a:t>
            </a:r>
            <a:r>
              <a:rPr sz="3700" spc="-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25" dirty="0">
                <a:solidFill>
                  <a:srgbClr val="3B342E"/>
                </a:solidFill>
                <a:latin typeface="Trebuchet MS"/>
                <a:cs typeface="Trebuchet MS"/>
              </a:rPr>
              <a:t>forces</a:t>
            </a:r>
            <a:r>
              <a:rPr sz="3700" spc="-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-40" dirty="0">
                <a:solidFill>
                  <a:srgbClr val="3B342E"/>
                </a:solidFill>
                <a:latin typeface="Trebuchet MS"/>
                <a:cs typeface="Trebuchet MS"/>
              </a:rPr>
              <a:t>met.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Spaniards</a:t>
            </a:r>
            <a:r>
              <a:rPr sz="3700" spc="-3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5" dirty="0">
                <a:solidFill>
                  <a:srgbClr val="3B342E"/>
                </a:solidFill>
                <a:latin typeface="Trebuchet MS"/>
                <a:cs typeface="Trebuchet MS"/>
              </a:rPr>
              <a:t>fared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badly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15" dirty="0">
                <a:solidFill>
                  <a:srgbClr val="3B342E"/>
                </a:solidFill>
                <a:latin typeface="Trebuchet MS"/>
                <a:cs typeface="Trebuchet MS"/>
              </a:rPr>
              <a:t>Bustos</a:t>
            </a:r>
            <a:r>
              <a:rPr sz="3700" spc="-2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45" dirty="0">
                <a:solidFill>
                  <a:srgbClr val="3B342E"/>
                </a:solidFill>
                <a:latin typeface="Trebuchet MS"/>
                <a:cs typeface="Trebuchet MS"/>
              </a:rPr>
              <a:t>retreated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to</a:t>
            </a:r>
            <a:r>
              <a:rPr sz="3700" spc="-2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45" dirty="0">
                <a:solidFill>
                  <a:srgbClr val="3B342E"/>
                </a:solidFill>
                <a:latin typeface="Trebuchet MS"/>
                <a:cs typeface="Trebuchet MS"/>
              </a:rPr>
              <a:t>Mariquina.</a:t>
            </a:r>
            <a:r>
              <a:rPr sz="3700" spc="-24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5" dirty="0">
                <a:solidFill>
                  <a:srgbClr val="3B342E"/>
                </a:solidFill>
                <a:latin typeface="Trebuchet MS"/>
                <a:cs typeface="Trebuchet MS"/>
              </a:rPr>
              <a:t>(Marikina</a:t>
            </a:r>
            <a:r>
              <a:rPr sz="3700" spc="-2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-20" dirty="0">
                <a:solidFill>
                  <a:srgbClr val="3B342E"/>
                </a:solidFill>
                <a:latin typeface="Trebuchet MS"/>
                <a:cs typeface="Trebuchet MS"/>
              </a:rPr>
              <a:t>now)</a:t>
            </a:r>
            <a:endParaRPr sz="3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687" y="7248524"/>
              <a:ext cx="16026765" cy="695325"/>
            </a:xfrm>
            <a:custGeom>
              <a:avLst/>
              <a:gdLst/>
              <a:ahLst/>
              <a:cxnLst/>
              <a:rect l="l" t="t" r="r" b="b"/>
              <a:pathLst>
                <a:path w="16026765" h="695325">
                  <a:moveTo>
                    <a:pt x="10629" y="657225"/>
                  </a:moveTo>
                  <a:lnTo>
                    <a:pt x="0" y="657225"/>
                  </a:lnTo>
                  <a:lnTo>
                    <a:pt x="0" y="695325"/>
                  </a:lnTo>
                  <a:lnTo>
                    <a:pt x="10629" y="695325"/>
                  </a:lnTo>
                  <a:lnTo>
                    <a:pt x="10629" y="657225"/>
                  </a:lnTo>
                  <a:close/>
                </a:path>
                <a:path w="16026765" h="695325">
                  <a:moveTo>
                    <a:pt x="16026410" y="0"/>
                  </a:moveTo>
                  <a:lnTo>
                    <a:pt x="16019552" y="0"/>
                  </a:lnTo>
                  <a:lnTo>
                    <a:pt x="16019552" y="38100"/>
                  </a:lnTo>
                  <a:lnTo>
                    <a:pt x="16026410" y="38100"/>
                  </a:lnTo>
                  <a:lnTo>
                    <a:pt x="16026410" y="0"/>
                  </a:lnTo>
                  <a:close/>
                </a:path>
              </a:pathLst>
            </a:custGeom>
            <a:solidFill>
              <a:srgbClr val="3B34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16000" y="728973"/>
            <a:ext cx="16052165" cy="8569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599"/>
              </a:lnSpc>
              <a:spcBef>
                <a:spcPts val="95"/>
              </a:spcBef>
            </a:pPr>
            <a:r>
              <a:rPr sz="3700" spc="140" dirty="0">
                <a:solidFill>
                  <a:srgbClr val="3B342E"/>
                </a:solidFill>
                <a:latin typeface="Trebuchet MS"/>
                <a:cs typeface="Trebuchet MS"/>
              </a:rPr>
              <a:t>Round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0" dirty="0">
                <a:solidFill>
                  <a:srgbClr val="3B342E"/>
                </a:solidFill>
                <a:latin typeface="Trebuchet MS"/>
                <a:cs typeface="Trebuchet MS"/>
              </a:rPr>
              <a:t>church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convent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0" dirty="0">
                <a:solidFill>
                  <a:srgbClr val="3B342E"/>
                </a:solidFill>
                <a:latin typeface="Trebuchet MS"/>
                <a:cs typeface="Trebuchet MS"/>
              </a:rPr>
              <a:t>Pasig,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0" dirty="0">
                <a:solidFill>
                  <a:srgbClr val="3B342E"/>
                </a:solidFill>
                <a:latin typeface="Trebuchet MS"/>
                <a:cs typeface="Trebuchet MS"/>
              </a:rPr>
              <a:t>trenches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5" dirty="0">
                <a:solidFill>
                  <a:srgbClr val="3B342E"/>
                </a:solidFill>
                <a:latin typeface="Trebuchet MS"/>
                <a:cs typeface="Trebuchet MS"/>
              </a:rPr>
              <a:t>have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0" dirty="0">
                <a:solidFill>
                  <a:srgbClr val="3B342E"/>
                </a:solidFill>
                <a:latin typeface="Trebuchet MS"/>
                <a:cs typeface="Trebuchet MS"/>
              </a:rPr>
              <a:t>been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04" dirty="0">
                <a:solidFill>
                  <a:srgbClr val="3B342E"/>
                </a:solidFill>
                <a:latin typeface="Trebuchet MS"/>
                <a:cs typeface="Trebuchet MS"/>
              </a:rPr>
              <a:t>dug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5" dirty="0">
                <a:solidFill>
                  <a:srgbClr val="3B342E"/>
                </a:solidFill>
                <a:latin typeface="Trebuchet MS"/>
                <a:cs typeface="Trebuchet MS"/>
              </a:rPr>
              <a:t>all </a:t>
            </a:r>
            <a:r>
              <a:rPr sz="3700" spc="130" dirty="0">
                <a:solidFill>
                  <a:srgbClr val="3B342E"/>
                </a:solidFill>
                <a:latin typeface="Trebuchet MS"/>
                <a:cs typeface="Trebuchet MS"/>
              </a:rPr>
              <a:t>possible</a:t>
            </a:r>
            <a:r>
              <a:rPr sz="3700" spc="-1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65" dirty="0">
                <a:solidFill>
                  <a:srgbClr val="3B342E"/>
                </a:solidFill>
                <a:latin typeface="Trebuchet MS"/>
                <a:cs typeface="Trebuchet MS"/>
              </a:rPr>
              <a:t>sorts</a:t>
            </a:r>
            <a:r>
              <a:rPr sz="3700" spc="-1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-1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60" dirty="0">
                <a:solidFill>
                  <a:srgbClr val="3B342E"/>
                </a:solidFill>
                <a:latin typeface="Trebuchet MS"/>
                <a:cs typeface="Trebuchet MS"/>
              </a:rPr>
              <a:t>defenses</a:t>
            </a:r>
            <a:r>
              <a:rPr sz="3700" spc="-1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set</a:t>
            </a:r>
            <a:r>
              <a:rPr sz="3700" spc="-1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-65" dirty="0">
                <a:solidFill>
                  <a:srgbClr val="3B342E"/>
                </a:solidFill>
                <a:latin typeface="Trebuchet MS"/>
                <a:cs typeface="Trebuchet MS"/>
              </a:rPr>
              <a:t>up,</a:t>
            </a:r>
            <a:r>
              <a:rPr sz="3700" spc="-1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30" dirty="0">
                <a:solidFill>
                  <a:srgbClr val="3B342E"/>
                </a:solidFill>
                <a:latin typeface="Trebuchet MS"/>
                <a:cs typeface="Trebuchet MS"/>
              </a:rPr>
              <a:t>backed</a:t>
            </a:r>
            <a:r>
              <a:rPr sz="3700" spc="-1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30" dirty="0">
                <a:solidFill>
                  <a:srgbClr val="3B342E"/>
                </a:solidFill>
                <a:latin typeface="Trebuchet MS"/>
                <a:cs typeface="Trebuchet MS"/>
              </a:rPr>
              <a:t>by</a:t>
            </a:r>
            <a:r>
              <a:rPr sz="3700" spc="-1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0" dirty="0">
                <a:solidFill>
                  <a:srgbClr val="3B342E"/>
                </a:solidFill>
                <a:latin typeface="Trebuchet MS"/>
                <a:cs typeface="Trebuchet MS"/>
              </a:rPr>
              <a:t>about</a:t>
            </a:r>
            <a:r>
              <a:rPr sz="3700" spc="-1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0" dirty="0">
                <a:solidFill>
                  <a:srgbClr val="3B342E"/>
                </a:solidFill>
                <a:latin typeface="Trebuchet MS"/>
                <a:cs typeface="Trebuchet MS"/>
              </a:rPr>
              <a:t>10,000</a:t>
            </a:r>
            <a:r>
              <a:rPr sz="3700" spc="-1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0" dirty="0">
                <a:solidFill>
                  <a:srgbClr val="3B342E"/>
                </a:solidFill>
                <a:latin typeface="Trebuchet MS"/>
                <a:cs typeface="Trebuchet MS"/>
              </a:rPr>
              <a:t>natives</a:t>
            </a:r>
            <a:r>
              <a:rPr sz="3700" spc="-11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armed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with</a:t>
            </a:r>
            <a:r>
              <a:rPr sz="3700" spc="1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0" dirty="0">
                <a:solidFill>
                  <a:srgbClr val="3B342E"/>
                </a:solidFill>
                <a:latin typeface="Trebuchet MS"/>
                <a:cs typeface="Trebuchet MS"/>
              </a:rPr>
              <a:t>all</a:t>
            </a:r>
            <a:r>
              <a:rPr sz="3700" spc="1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45" dirty="0">
                <a:solidFill>
                  <a:srgbClr val="3B342E"/>
                </a:solidFill>
                <a:latin typeface="Trebuchet MS"/>
                <a:cs typeface="Trebuchet MS"/>
              </a:rPr>
              <a:t>kinds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10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0">
                <a:solidFill>
                  <a:srgbClr val="3B342E"/>
                </a:solidFill>
                <a:latin typeface="Trebuchet MS"/>
                <a:cs typeface="Trebuchet MS"/>
              </a:rPr>
              <a:t>weap</a:t>
            </a:r>
            <a:r>
              <a:rPr sz="3700">
                <a:solidFill>
                  <a:srgbClr val="3B342E"/>
                </a:solidFill>
                <a:latin typeface="Trebuchet MS"/>
                <a:cs typeface="Trebuchet MS"/>
              </a:rPr>
              <a:t>ons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.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1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5" dirty="0">
                <a:solidFill>
                  <a:srgbClr val="3B342E"/>
                </a:solidFill>
                <a:latin typeface="Trebuchet MS"/>
                <a:cs typeface="Trebuchet MS"/>
              </a:rPr>
              <a:t>British</a:t>
            </a:r>
            <a:r>
              <a:rPr sz="3700" spc="1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with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345" dirty="0">
                <a:solidFill>
                  <a:srgbClr val="3B342E"/>
                </a:solidFill>
                <a:latin typeface="Trebuchet MS"/>
                <a:cs typeface="Trebuchet MS"/>
              </a:rPr>
              <a:t>500</a:t>
            </a:r>
            <a:r>
              <a:rPr sz="3700" spc="10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soldiers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0" dirty="0">
                <a:solidFill>
                  <a:srgbClr val="3B342E"/>
                </a:solidFill>
                <a:latin typeface="Trebuchet MS"/>
                <a:cs typeface="Trebuchet MS"/>
              </a:rPr>
              <a:t>attacked </a:t>
            </a:r>
            <a:r>
              <a:rPr sz="3700" spc="204" dirty="0">
                <a:solidFill>
                  <a:srgbClr val="3B342E"/>
                </a:solidFill>
                <a:latin typeface="Trebuchet MS"/>
                <a:cs typeface="Trebuchet MS"/>
              </a:rPr>
              <a:t>Pasig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3700" spc="-16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5" dirty="0">
                <a:solidFill>
                  <a:srgbClr val="3B342E"/>
                </a:solidFill>
                <a:latin typeface="Trebuchet MS"/>
                <a:cs typeface="Trebuchet MS"/>
              </a:rPr>
              <a:t>quickly</a:t>
            </a:r>
            <a:r>
              <a:rPr sz="37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25" dirty="0">
                <a:solidFill>
                  <a:srgbClr val="3B342E"/>
                </a:solidFill>
                <a:latin typeface="Trebuchet MS"/>
                <a:cs typeface="Trebuchet MS"/>
              </a:rPr>
              <a:t>dispersed</a:t>
            </a:r>
            <a:r>
              <a:rPr sz="37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native</a:t>
            </a:r>
            <a:r>
              <a:rPr sz="37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45" dirty="0">
                <a:solidFill>
                  <a:srgbClr val="3B342E"/>
                </a:solidFill>
                <a:latin typeface="Trebuchet MS"/>
                <a:cs typeface="Trebuchet MS"/>
              </a:rPr>
              <a:t>defenders.</a:t>
            </a:r>
            <a:r>
              <a:rPr sz="3700" spc="-15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40" dirty="0">
                <a:solidFill>
                  <a:srgbClr val="3B342E"/>
                </a:solidFill>
                <a:latin typeface="Trebuchet MS"/>
                <a:cs typeface="Trebuchet MS"/>
              </a:rPr>
              <a:t>About</a:t>
            </a:r>
            <a:r>
              <a:rPr sz="3700" spc="-16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-55" dirty="0">
                <a:solidFill>
                  <a:srgbClr val="3B342E"/>
                </a:solidFill>
                <a:latin typeface="Trebuchet MS"/>
                <a:cs typeface="Trebuchet MS"/>
              </a:rPr>
              <a:t>1,500</a:t>
            </a:r>
            <a:r>
              <a:rPr sz="3700" b="1" spc="-2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50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b="1" spc="-2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dirty="0">
                <a:solidFill>
                  <a:srgbClr val="3B342E"/>
                </a:solidFill>
                <a:latin typeface="Trebuchet MS"/>
                <a:cs typeface="Trebuchet MS"/>
              </a:rPr>
              <a:t>both</a:t>
            </a:r>
            <a:r>
              <a:rPr sz="3700" b="1" spc="-229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140" dirty="0">
                <a:solidFill>
                  <a:srgbClr val="3B342E"/>
                </a:solidFill>
                <a:latin typeface="Trebuchet MS"/>
                <a:cs typeface="Trebuchet MS"/>
              </a:rPr>
              <a:t>sexes</a:t>
            </a:r>
            <a:r>
              <a:rPr sz="3700" b="1" spc="-22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25" dirty="0">
                <a:solidFill>
                  <a:srgbClr val="3B342E"/>
                </a:solidFill>
                <a:latin typeface="Trebuchet MS"/>
                <a:cs typeface="Trebuchet MS"/>
              </a:rPr>
              <a:t>of </a:t>
            </a:r>
            <a:r>
              <a:rPr sz="3700" b="1" spc="114" dirty="0">
                <a:solidFill>
                  <a:srgbClr val="3B342E"/>
                </a:solidFill>
                <a:latin typeface="Trebuchet MS"/>
                <a:cs typeface="Trebuchet MS"/>
              </a:rPr>
              <a:t>all</a:t>
            </a:r>
            <a:r>
              <a:rPr sz="3700" b="1" spc="7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215" dirty="0">
                <a:solidFill>
                  <a:srgbClr val="3B342E"/>
                </a:solidFill>
                <a:latin typeface="Trebuchet MS"/>
                <a:cs typeface="Trebuchet MS"/>
              </a:rPr>
              <a:t>ages</a:t>
            </a:r>
            <a:r>
              <a:rPr sz="3700" b="1" spc="7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dirty="0">
                <a:solidFill>
                  <a:srgbClr val="3B342E"/>
                </a:solidFill>
                <a:latin typeface="Trebuchet MS"/>
                <a:cs typeface="Trebuchet MS"/>
              </a:rPr>
              <a:t>were</a:t>
            </a:r>
            <a:r>
              <a:rPr sz="3700" b="1" spc="70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dirty="0">
                <a:solidFill>
                  <a:srgbClr val="3B342E"/>
                </a:solidFill>
                <a:latin typeface="Trebuchet MS"/>
                <a:cs typeface="Trebuchet MS"/>
              </a:rPr>
              <a:t>killed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,</a:t>
            </a:r>
            <a:r>
              <a:rPr sz="3700" spc="7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part</a:t>
            </a:r>
            <a:r>
              <a:rPr sz="3700" spc="78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7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0" dirty="0">
                <a:solidFill>
                  <a:srgbClr val="3B342E"/>
                </a:solidFill>
                <a:latin typeface="Trebuchet MS"/>
                <a:cs typeface="Trebuchet MS"/>
              </a:rPr>
              <a:t>them</a:t>
            </a:r>
            <a:r>
              <a:rPr sz="3700" spc="7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with</a:t>
            </a:r>
            <a:r>
              <a:rPr sz="3700" spc="7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45" dirty="0">
                <a:solidFill>
                  <a:srgbClr val="3B342E"/>
                </a:solidFill>
                <a:latin typeface="Trebuchet MS"/>
                <a:cs typeface="Trebuchet MS"/>
              </a:rPr>
              <a:t>guns</a:t>
            </a:r>
            <a:r>
              <a:rPr sz="3700" spc="7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3700" spc="78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65" dirty="0">
                <a:solidFill>
                  <a:srgbClr val="3B342E"/>
                </a:solidFill>
                <a:latin typeface="Trebuchet MS"/>
                <a:cs typeface="Trebuchet MS"/>
              </a:rPr>
              <a:t>cannons,</a:t>
            </a:r>
            <a:r>
              <a:rPr sz="3700" spc="7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3700" spc="77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40" dirty="0">
                <a:solidFill>
                  <a:srgbClr val="3B342E"/>
                </a:solidFill>
                <a:latin typeface="Trebuchet MS"/>
                <a:cs typeface="Trebuchet MS"/>
              </a:rPr>
              <a:t>part </a:t>
            </a:r>
            <a:r>
              <a:rPr sz="3700" spc="80" dirty="0">
                <a:solidFill>
                  <a:srgbClr val="3B342E"/>
                </a:solidFill>
                <a:latin typeface="Trebuchet MS"/>
                <a:cs typeface="Trebuchet MS"/>
              </a:rPr>
              <a:t>drowned</a:t>
            </a:r>
            <a:r>
              <a:rPr sz="37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37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25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37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-10" dirty="0">
                <a:solidFill>
                  <a:srgbClr val="3B342E"/>
                </a:solidFill>
                <a:latin typeface="Trebuchet MS"/>
                <a:cs typeface="Trebuchet MS"/>
              </a:rPr>
              <a:t>River.</a:t>
            </a:r>
            <a:endParaRPr sz="37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37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16599"/>
              </a:lnSpc>
              <a:spcBef>
                <a:spcPts val="5"/>
              </a:spcBef>
            </a:pP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75" dirty="0">
                <a:solidFill>
                  <a:srgbClr val="3B342E"/>
                </a:solidFill>
                <a:latin typeface="Trebuchet MS"/>
                <a:cs typeface="Trebuchet MS"/>
              </a:rPr>
              <a:t>English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5" dirty="0">
                <a:solidFill>
                  <a:srgbClr val="3B342E"/>
                </a:solidFill>
                <a:latin typeface="Trebuchet MS"/>
                <a:cs typeface="Trebuchet MS"/>
              </a:rPr>
              <a:t>stationed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35" dirty="0">
                <a:solidFill>
                  <a:srgbClr val="3B342E"/>
                </a:solidFill>
                <a:latin typeface="Trebuchet MS"/>
                <a:cs typeface="Trebuchet MS"/>
              </a:rPr>
              <a:t>a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0" dirty="0">
                <a:solidFill>
                  <a:srgbClr val="3B342E"/>
                </a:solidFill>
                <a:latin typeface="Trebuchet MS"/>
                <a:cs typeface="Trebuchet MS"/>
              </a:rPr>
              <a:t>detachment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25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14" dirty="0">
                <a:solidFill>
                  <a:srgbClr val="3B342E"/>
                </a:solidFill>
                <a:latin typeface="Trebuchet MS"/>
                <a:cs typeface="Trebuchet MS"/>
              </a:rPr>
              <a:t>and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0" dirty="0">
                <a:solidFill>
                  <a:srgbClr val="3B342E"/>
                </a:solidFill>
                <a:latin typeface="Trebuchet MS"/>
                <a:cs typeface="Trebuchet MS"/>
              </a:rPr>
              <a:t>occupied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5" dirty="0">
                <a:solidFill>
                  <a:srgbClr val="3B342E"/>
                </a:solidFill>
                <a:latin typeface="Trebuchet MS"/>
                <a:cs typeface="Trebuchet MS"/>
              </a:rPr>
              <a:t>town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-20" dirty="0">
                <a:solidFill>
                  <a:srgbClr val="3B342E"/>
                </a:solidFill>
                <a:latin typeface="Trebuchet MS"/>
                <a:cs typeface="Trebuchet MS"/>
              </a:rPr>
              <a:t>till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4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0" dirty="0">
                <a:solidFill>
                  <a:srgbClr val="3B342E"/>
                </a:solidFill>
                <a:latin typeface="Trebuchet MS"/>
                <a:cs typeface="Trebuchet MS"/>
              </a:rPr>
              <a:t>end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-10" dirty="0">
                <a:solidFill>
                  <a:srgbClr val="3B342E"/>
                </a:solidFill>
                <a:latin typeface="Trebuchet MS"/>
                <a:cs typeface="Trebuchet MS"/>
              </a:rPr>
              <a:t>war.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25" dirty="0">
                <a:solidFill>
                  <a:srgbClr val="3B342E"/>
                </a:solidFill>
                <a:latin typeface="Trebuchet MS"/>
                <a:cs typeface="Trebuchet MS"/>
              </a:rPr>
              <a:t>One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20" dirty="0">
                <a:solidFill>
                  <a:srgbClr val="3B342E"/>
                </a:solidFill>
                <a:latin typeface="Trebuchet MS"/>
                <a:cs typeface="Trebuchet MS"/>
              </a:rPr>
              <a:t>offshoot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5" dirty="0">
                <a:solidFill>
                  <a:srgbClr val="3B342E"/>
                </a:solidFill>
                <a:latin typeface="Trebuchet MS"/>
                <a:cs typeface="Trebuchet MS"/>
              </a:rPr>
              <a:t>British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75" dirty="0">
                <a:solidFill>
                  <a:srgbClr val="3B342E"/>
                </a:solidFill>
                <a:latin typeface="Trebuchet MS"/>
                <a:cs typeface="Trebuchet MS"/>
              </a:rPr>
              <a:t>occupation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215" dirty="0">
                <a:solidFill>
                  <a:srgbClr val="3B342E"/>
                </a:solidFill>
                <a:latin typeface="Trebuchet MS"/>
                <a:cs typeface="Trebuchet MS"/>
              </a:rPr>
              <a:t>was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-20" dirty="0">
                <a:solidFill>
                  <a:srgbClr val="3B342E"/>
                </a:solidFill>
                <a:latin typeface="Trebuchet MS"/>
                <a:cs typeface="Trebuchet MS"/>
              </a:rPr>
              <a:t>order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-75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7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700" spc="95" dirty="0">
                <a:solidFill>
                  <a:srgbClr val="3B342E"/>
                </a:solidFill>
                <a:latin typeface="Trebuchet MS"/>
                <a:cs typeface="Trebuchet MS"/>
              </a:rPr>
              <a:t>British</a:t>
            </a:r>
            <a:r>
              <a:rPr sz="3700" spc="-75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700" spc="155" dirty="0">
                <a:solidFill>
                  <a:srgbClr val="3B342E"/>
                </a:solidFill>
                <a:latin typeface="Trebuchet MS"/>
                <a:cs typeface="Trebuchet MS"/>
              </a:rPr>
              <a:t>Commissary</a:t>
            </a:r>
            <a:r>
              <a:rPr sz="3700" spc="-7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700" spc="105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spc="-75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Artillery</a:t>
            </a:r>
            <a:r>
              <a:rPr sz="3700" spc="-7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that</a:t>
            </a:r>
            <a:r>
              <a:rPr sz="3700" spc="-70" dirty="0">
                <a:solidFill>
                  <a:srgbClr val="3B342E"/>
                </a:solidFill>
                <a:latin typeface="Trebuchet MS"/>
                <a:cs typeface="Trebuchet MS"/>
              </a:rPr>
              <a:t> 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all</a:t>
            </a:r>
            <a:r>
              <a:rPr sz="3700" i="1" u="sng" spc="-7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church</a:t>
            </a:r>
            <a:r>
              <a:rPr sz="3700" i="1" u="sng" spc="-7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bells</a:t>
            </a:r>
            <a:r>
              <a:rPr sz="3700" i="1" u="sng" spc="-7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of</a:t>
            </a:r>
            <a:r>
              <a:rPr sz="3700" i="1" u="sng" spc="-7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 </a:t>
            </a:r>
            <a:r>
              <a:rPr sz="3700" i="1" u="sng" spc="13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Pasig</a:t>
            </a:r>
            <a:r>
              <a:rPr sz="3700" i="1" spc="13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i="1" dirty="0">
                <a:solidFill>
                  <a:srgbClr val="3B342E"/>
                </a:solidFill>
                <a:latin typeface="Trebuchet MS"/>
                <a:cs typeface="Trebuchet MS"/>
              </a:rPr>
              <a:t>(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among</a:t>
            </a:r>
            <a:r>
              <a:rPr sz="3700" i="1" u="sng" spc="71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other</a:t>
            </a:r>
            <a:r>
              <a:rPr sz="3700" i="1" u="sng" spc="32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i="1" u="sng" spc="9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t</a:t>
            </a:r>
            <a:r>
              <a:rPr sz="3700" i="1" u="sng" spc="10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owns</a:t>
            </a:r>
            <a:r>
              <a:rPr sz="3700" i="1" u="sng" spc="-51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)</a:t>
            </a:r>
            <a:r>
              <a:rPr sz="3700" i="1" u="sng" spc="75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be</a:t>
            </a:r>
            <a:r>
              <a:rPr sz="3700" i="1" u="sng" spc="31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surrendered</a:t>
            </a:r>
            <a:r>
              <a:rPr sz="3700" i="1" u="sng" spc="32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to</a:t>
            </a:r>
            <a:r>
              <a:rPr sz="3700" i="1" u="sng" spc="31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them</a:t>
            </a:r>
            <a:r>
              <a:rPr sz="3700" i="1" u="sng" spc="31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i="1" u="sng" spc="18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as</a:t>
            </a:r>
            <a:r>
              <a:rPr sz="3700" i="1" u="sng" spc="31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i="1" u="sng" spc="6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spoils</a:t>
            </a:r>
            <a:r>
              <a:rPr sz="3700" i="1" u="sng" spc="320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of</a:t>
            </a:r>
            <a:r>
              <a:rPr sz="3700" i="1" u="sng" spc="315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 </a:t>
            </a:r>
            <a:r>
              <a:rPr sz="3700" i="1" u="sng" dirty="0">
                <a:solidFill>
                  <a:srgbClr val="3B342E"/>
                </a:solidFill>
                <a:uFill>
                  <a:solidFill>
                    <a:srgbClr val="3B342E"/>
                  </a:solidFill>
                </a:uFill>
                <a:latin typeface="Trebuchet MS"/>
                <a:cs typeface="Trebuchet MS"/>
              </a:rPr>
              <a:t>war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.</a:t>
            </a:r>
            <a:r>
              <a:rPr sz="3700" spc="3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50" dirty="0">
                <a:solidFill>
                  <a:srgbClr val="3B342E"/>
                </a:solidFill>
                <a:latin typeface="Trebuchet MS"/>
                <a:cs typeface="Trebuchet MS"/>
              </a:rPr>
              <a:t>Thus</a:t>
            </a:r>
            <a:r>
              <a:rPr sz="3700" spc="31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-25" dirty="0">
                <a:solidFill>
                  <a:srgbClr val="3B342E"/>
                </a:solidFill>
                <a:latin typeface="Trebuchet MS"/>
                <a:cs typeface="Trebuchet MS"/>
              </a:rPr>
              <a:t>the </a:t>
            </a:r>
            <a:r>
              <a:rPr sz="3700" b="1" spc="90" dirty="0">
                <a:solidFill>
                  <a:srgbClr val="3B342E"/>
                </a:solidFill>
                <a:latin typeface="Trebuchet MS"/>
                <a:cs typeface="Trebuchet MS"/>
              </a:rPr>
              <a:t>oldest</a:t>
            </a:r>
            <a:r>
              <a:rPr sz="3700" b="1" spc="-19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60" dirty="0">
                <a:solidFill>
                  <a:srgbClr val="3B342E"/>
                </a:solidFill>
                <a:latin typeface="Trebuchet MS"/>
                <a:cs typeface="Trebuchet MS"/>
              </a:rPr>
              <a:t>bell</a:t>
            </a:r>
            <a:r>
              <a:rPr sz="3700" b="1" spc="-1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50" dirty="0">
                <a:solidFill>
                  <a:srgbClr val="3B342E"/>
                </a:solidFill>
                <a:latin typeface="Trebuchet MS"/>
                <a:cs typeface="Trebuchet MS"/>
              </a:rPr>
              <a:t>of</a:t>
            </a:r>
            <a:r>
              <a:rPr sz="3700" b="1" spc="-1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215" dirty="0">
                <a:solidFill>
                  <a:srgbClr val="3B342E"/>
                </a:solidFill>
                <a:latin typeface="Trebuchet MS"/>
                <a:cs typeface="Trebuchet MS"/>
              </a:rPr>
              <a:t>Pasig</a:t>
            </a:r>
            <a:r>
              <a:rPr sz="3700" b="1" spc="-19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75" dirty="0">
                <a:solidFill>
                  <a:srgbClr val="3B342E"/>
                </a:solidFill>
                <a:latin typeface="Trebuchet MS"/>
                <a:cs typeface="Trebuchet MS"/>
              </a:rPr>
              <a:t>today</a:t>
            </a:r>
            <a:r>
              <a:rPr sz="3700" b="1" spc="-1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140" dirty="0">
                <a:solidFill>
                  <a:srgbClr val="3B342E"/>
                </a:solidFill>
                <a:latin typeface="Trebuchet MS"/>
                <a:cs typeface="Trebuchet MS"/>
              </a:rPr>
              <a:t>is</a:t>
            </a:r>
            <a:r>
              <a:rPr sz="3700" b="1" spc="-1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spc="260" dirty="0">
                <a:solidFill>
                  <a:srgbClr val="3B342E"/>
                </a:solidFill>
                <a:latin typeface="Trebuchet MS"/>
                <a:cs typeface="Trebuchet MS"/>
              </a:rPr>
              <a:t>San</a:t>
            </a:r>
            <a:r>
              <a:rPr sz="3700" b="1" spc="-185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b="1" dirty="0">
                <a:solidFill>
                  <a:srgbClr val="3B342E"/>
                </a:solidFill>
                <a:latin typeface="Trebuchet MS"/>
                <a:cs typeface="Trebuchet MS"/>
              </a:rPr>
              <a:t>Hilarion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,</a:t>
            </a:r>
            <a:r>
              <a:rPr sz="3700" spc="-1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65" dirty="0">
                <a:solidFill>
                  <a:srgbClr val="3B342E"/>
                </a:solidFill>
                <a:latin typeface="Trebuchet MS"/>
                <a:cs typeface="Trebuchet MS"/>
              </a:rPr>
              <a:t>cast</a:t>
            </a:r>
            <a:r>
              <a:rPr sz="3700" spc="-11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in</a:t>
            </a:r>
            <a:r>
              <a:rPr sz="3700" spc="-11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40" dirty="0">
                <a:solidFill>
                  <a:srgbClr val="3B342E"/>
                </a:solidFill>
                <a:latin typeface="Trebuchet MS"/>
                <a:cs typeface="Trebuchet MS"/>
              </a:rPr>
              <a:t>1793</a:t>
            </a:r>
            <a:r>
              <a:rPr sz="3700" spc="-11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dirty="0">
                <a:solidFill>
                  <a:srgbClr val="3B342E"/>
                </a:solidFill>
                <a:latin typeface="Trebuchet MS"/>
                <a:cs typeface="Trebuchet MS"/>
              </a:rPr>
              <a:t>or</a:t>
            </a:r>
            <a:r>
              <a:rPr sz="3700" spc="-12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80" dirty="0">
                <a:solidFill>
                  <a:srgbClr val="3B342E"/>
                </a:solidFill>
                <a:latin typeface="Trebuchet MS"/>
                <a:cs typeface="Trebuchet MS"/>
              </a:rPr>
              <a:t>about</a:t>
            </a:r>
            <a:r>
              <a:rPr sz="3700" spc="-11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345" dirty="0">
                <a:solidFill>
                  <a:srgbClr val="3B342E"/>
                </a:solidFill>
                <a:latin typeface="Trebuchet MS"/>
                <a:cs typeface="Trebuchet MS"/>
              </a:rPr>
              <a:t>28</a:t>
            </a:r>
            <a:r>
              <a:rPr sz="3700" spc="-11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130" dirty="0">
                <a:solidFill>
                  <a:srgbClr val="3B342E"/>
                </a:solidFill>
                <a:latin typeface="Trebuchet MS"/>
                <a:cs typeface="Trebuchet MS"/>
              </a:rPr>
              <a:t>years </a:t>
            </a:r>
            <a:r>
              <a:rPr sz="3700" spc="60" dirty="0">
                <a:solidFill>
                  <a:srgbClr val="3B342E"/>
                </a:solidFill>
                <a:latin typeface="Trebuchet MS"/>
                <a:cs typeface="Trebuchet MS"/>
              </a:rPr>
              <a:t>after</a:t>
            </a:r>
            <a:r>
              <a:rPr sz="37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55" dirty="0">
                <a:solidFill>
                  <a:srgbClr val="3B342E"/>
                </a:solidFill>
                <a:latin typeface="Trebuchet MS"/>
                <a:cs typeface="Trebuchet MS"/>
              </a:rPr>
              <a:t>the</a:t>
            </a:r>
            <a:r>
              <a:rPr sz="3700" spc="-254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95" dirty="0">
                <a:solidFill>
                  <a:srgbClr val="3B342E"/>
                </a:solidFill>
                <a:latin typeface="Trebuchet MS"/>
                <a:cs typeface="Trebuchet MS"/>
              </a:rPr>
              <a:t>British</a:t>
            </a:r>
            <a:r>
              <a:rPr sz="3700" spc="-250" dirty="0">
                <a:solidFill>
                  <a:srgbClr val="3B342E"/>
                </a:solidFill>
                <a:latin typeface="Trebuchet MS"/>
                <a:cs typeface="Trebuchet MS"/>
              </a:rPr>
              <a:t> </a:t>
            </a:r>
            <a:r>
              <a:rPr sz="3700" spc="-10" dirty="0">
                <a:solidFill>
                  <a:srgbClr val="3B342E"/>
                </a:solidFill>
                <a:latin typeface="Trebuchet MS"/>
                <a:cs typeface="Trebuchet MS"/>
              </a:rPr>
              <a:t>left.</a:t>
            </a:r>
            <a:endParaRPr sz="37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1186</Words>
  <Application>Microsoft Office PowerPoint</Application>
  <PresentationFormat>Custom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 MT</vt:lpstr>
      <vt:lpstr>Cambria</vt:lpstr>
      <vt:lpstr>Trebuchet MS</vt:lpstr>
      <vt:lpstr>Office Theme</vt:lpstr>
      <vt:lpstr>PowerPoint Presentation</vt:lpstr>
      <vt:lpstr>Distant Past</vt:lpstr>
      <vt:lpstr>Who are these people and where did they come from?</vt:lpstr>
      <vt:lpstr>Native Noble</vt:lpstr>
      <vt:lpstr>Pasig used to be very vast (malawak)</vt:lpstr>
      <vt:lpstr>Tower Bell of Pasig City</vt:lpstr>
      <vt:lpstr>THE NAME OF PASIG</vt:lpstr>
      <vt:lpstr>The name of Pasig has been variously spelled.</vt:lpstr>
      <vt:lpstr>Origin of the name "Pasig."</vt:lpstr>
      <vt:lpstr>Another Version</vt:lpstr>
      <vt:lpstr>PowerPoint Presentation</vt:lpstr>
      <vt:lpstr>Most Accepted Theory</vt:lpstr>
      <vt:lpstr>British Occupation of Pasig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Of Pasig</dc:title>
  <dc:creator>HERMIONE GUEVARRA</dc:creator>
  <cp:keywords>DAGmb-ZIwMo,BAGQVX8yHLU,0</cp:keywords>
  <cp:lastModifiedBy>JEFFERSON VICTORINO</cp:lastModifiedBy>
  <cp:revision>4</cp:revision>
  <dcterms:created xsi:type="dcterms:W3CDTF">2025-05-22T02:28:24Z</dcterms:created>
  <dcterms:modified xsi:type="dcterms:W3CDTF">2026-05-11T07:06:54Z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2025-05-22T00:00:00Z</vt:filetime>
  </property>
  <property fmtid="{D5CDD505-2E9C-101B-9397-08002B2CF9AE}" pid="3" name="Creator">
    <vt:lpwstr>Canva</vt:lpwstr>
  </property>
  <property fmtid="{D5CDD505-2E9C-101B-9397-08002B2CF9AE}" pid="4" name="LastSaved">
    <vt:filetime>2025-05-22T00:00:00Z</vt:filetime>
  </property>
  <property fmtid="{D5CDD505-2E9C-101B-9397-08002B2CF9AE}" pid="5" name="Producer">
    <vt:lpwstr>Canva</vt:lpwstr>
  </property>
</Properties>
</file>